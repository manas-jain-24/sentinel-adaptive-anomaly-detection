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0d2dd80b293457e" /><Relationship Type="http://schemas.openxmlformats.org/officeDocument/2006/relationships/extended-properties" Target="/docProps/app.xml" Id="Rf2f82ad43b2c48c3" /><Relationship Type="http://schemas.openxmlformats.org/officeDocument/2006/relationships/officeDocument" Target="/ppt/presentation.xml" Id="R35590fa55ae44291" /></Relationships>
</file>

<file path=ppt/presentation.xml><?xml version="1.0" encoding="utf-8"?>
<p:presentation xmlns:p="http://schemas.openxmlformats.org/presentationml/2006/main">
  <p:sldMasterIdLst>
    <p:sldMasterId xmlns:r="http://schemas.openxmlformats.org/officeDocument/2006/relationships" id="2147483648" r:id="Rd3f871981b844f92"/>
  </p:sldMasterIdLst>
  <p:notesMasterIdLst>
    <p:notesMasterId xmlns:r="http://schemas.openxmlformats.org/officeDocument/2006/relationships" r:id="R470456fb741b4f44"/>
  </p:notesMasterIdLst>
  <p:sldIdLst>
    <p:sldId xmlns:r="http://schemas.openxmlformats.org/officeDocument/2006/relationships" id="256" r:id="R9014b8b47fde4be5"/>
    <p:sldId xmlns:r="http://schemas.openxmlformats.org/officeDocument/2006/relationships" id="257" r:id="Red901264a8df4278"/>
    <p:sldId xmlns:r="http://schemas.openxmlformats.org/officeDocument/2006/relationships" id="258" r:id="Rde429899123d440c"/>
    <p:sldId xmlns:r="http://schemas.openxmlformats.org/officeDocument/2006/relationships" id="259" r:id="Red5999ff874b461c"/>
    <p:sldId xmlns:r="http://schemas.openxmlformats.org/officeDocument/2006/relationships" id="260" r:id="Rcfe4a11f01d04b40"/>
    <p:sldId xmlns:r="http://schemas.openxmlformats.org/officeDocument/2006/relationships" id="261" r:id="R8dc3c53286e84dec"/>
    <p:sldId xmlns:r="http://schemas.openxmlformats.org/officeDocument/2006/relationships" id="262" r:id="R684c70fb6a3c4a1a"/>
    <p:sldId xmlns:r="http://schemas.openxmlformats.org/officeDocument/2006/relationships" id="263" r:id="R5ce323b6ec3c4ad6"/>
    <p:sldId xmlns:r="http://schemas.openxmlformats.org/officeDocument/2006/relationships" id="264" r:id="R2267642977874c1c"/>
    <p:sldId xmlns:r="http://schemas.openxmlformats.org/officeDocument/2006/relationships" id="265" r:id="Rb7b203bac3cb48d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d993580ba694dbb" /><Relationship Type="http://schemas.openxmlformats.org/officeDocument/2006/relationships/slideMaster" Target="/ppt/slideMasters/slideMaster1.xml" Id="Rd3f871981b844f92" /><Relationship Type="http://schemas.openxmlformats.org/officeDocument/2006/relationships/notesMaster" Target="/ppt/notesMasters/notesMaster1.xml" Id="R470456fb741b4f44" /><Relationship Type="http://schemas.openxmlformats.org/officeDocument/2006/relationships/presProps" Target="/ppt/presProps.xml" Id="R94eddd0330b146ff" /><Relationship Type="http://schemas.openxmlformats.org/officeDocument/2006/relationships/tableStyles" Target="/ppt/tableStyles.xml" Id="R21ce5b3c6a954aef" /><Relationship Type="http://schemas.openxmlformats.org/officeDocument/2006/relationships/slide" Target="/ppt/slides/slide1.xml" Id="R9014b8b47fde4be5" /><Relationship Type="http://schemas.openxmlformats.org/officeDocument/2006/relationships/slide" Target="/ppt/slides/slide2.xml" Id="Red901264a8df4278" /><Relationship Type="http://schemas.openxmlformats.org/officeDocument/2006/relationships/slide" Target="/ppt/slides/slide3.xml" Id="Rde429899123d440c" /><Relationship Type="http://schemas.openxmlformats.org/officeDocument/2006/relationships/slide" Target="/ppt/slides/slide4.xml" Id="Red5999ff874b461c" /><Relationship Type="http://schemas.openxmlformats.org/officeDocument/2006/relationships/slide" Target="/ppt/slides/slide5.xml" Id="Rcfe4a11f01d04b40" /><Relationship Type="http://schemas.openxmlformats.org/officeDocument/2006/relationships/slide" Target="/ppt/slides/slide6.xml" Id="R8dc3c53286e84dec" /><Relationship Type="http://schemas.openxmlformats.org/officeDocument/2006/relationships/slide" Target="/ppt/slides/slide7.xml" Id="R684c70fb6a3c4a1a" /><Relationship Type="http://schemas.openxmlformats.org/officeDocument/2006/relationships/slide" Target="/ppt/slides/slide8.xml" Id="R5ce323b6ec3c4ad6" /><Relationship Type="http://schemas.openxmlformats.org/officeDocument/2006/relationships/slide" Target="/ppt/slides/slide9.xml" Id="R2267642977874c1c" /><Relationship Type="http://schemas.openxmlformats.org/officeDocument/2006/relationships/slide" Target="/ppt/slides/slide10.xml" Id="Rb7b203bac3cb48d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ffbd3f1b9a447c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a6384855ed04587" /><Relationship Type="http://schemas.openxmlformats.org/officeDocument/2006/relationships/notesMaster" Target="/ppt/notesMasters/notesMaster1.xml" Id="R3ffd36e2297041d4" /></Relationships>
</file>

<file path=ppt/notesSlides/_rels/notesSlide2.xml.rels>&#65279;<?xml version="1.0" encoding="utf-8"?><Relationships xmlns="http://schemas.openxmlformats.org/package/2006/relationships"><Relationship Type="http://schemas.openxmlformats.org/officeDocument/2006/relationships/slide" Target="/ppt/slides/slide2.xml" Id="R574c4bf87eb54617" /><Relationship Type="http://schemas.openxmlformats.org/officeDocument/2006/relationships/notesMaster" Target="/ppt/notesMasters/notesMaster1.xml" Id="Re05bfaadf4f44d8c" /></Relationships>
</file>

<file path=ppt/notesSlides/_rels/notesSlide3.xml.rels>&#65279;<?xml version="1.0" encoding="utf-8"?><Relationships xmlns="http://schemas.openxmlformats.org/package/2006/relationships"><Relationship Type="http://schemas.openxmlformats.org/officeDocument/2006/relationships/slide" Target="/ppt/slides/slide3.xml" Id="R6b204d5b25cf4e86" /><Relationship Type="http://schemas.openxmlformats.org/officeDocument/2006/relationships/notesMaster" Target="/ppt/notesMasters/notesMaster1.xml" Id="R2ceb7e5151804570" /></Relationships>
</file>

<file path=ppt/notesSlides/_rels/notesSlide4.xml.rels>&#65279;<?xml version="1.0" encoding="utf-8"?><Relationships xmlns="http://schemas.openxmlformats.org/package/2006/relationships"><Relationship Type="http://schemas.openxmlformats.org/officeDocument/2006/relationships/slide" Target="/ppt/slides/slide4.xml" Id="R4cf86d0965fd4b6c" /><Relationship Type="http://schemas.openxmlformats.org/officeDocument/2006/relationships/notesMaster" Target="/ppt/notesMasters/notesMaster1.xml" Id="Red52853c86d9420b" /></Relationships>
</file>

<file path=ppt/notesSlides/_rels/notesSlide5.xml.rels>&#65279;<?xml version="1.0" encoding="utf-8"?><Relationships xmlns="http://schemas.openxmlformats.org/package/2006/relationships"><Relationship Type="http://schemas.openxmlformats.org/officeDocument/2006/relationships/slide" Target="/ppt/slides/slide5.xml" Id="Rbc5a334995164108" /><Relationship Type="http://schemas.openxmlformats.org/officeDocument/2006/relationships/notesMaster" Target="/ppt/notesMasters/notesMaster1.xml" Id="R52298465e918448e" /></Relationships>
</file>

<file path=ppt/notesSlides/_rels/notesSlide6.xml.rels>&#65279;<?xml version="1.0" encoding="utf-8"?><Relationships xmlns="http://schemas.openxmlformats.org/package/2006/relationships"><Relationship Type="http://schemas.openxmlformats.org/officeDocument/2006/relationships/slide" Target="/ppt/slides/slide6.xml" Id="R832ad58044fd421b" /><Relationship Type="http://schemas.openxmlformats.org/officeDocument/2006/relationships/notesMaster" Target="/ppt/notesMasters/notesMaster1.xml" Id="R171628fa89f74214" /></Relationships>
</file>

<file path=ppt/notesSlides/_rels/notesSlide7.xml.rels>&#65279;<?xml version="1.0" encoding="utf-8"?><Relationships xmlns="http://schemas.openxmlformats.org/package/2006/relationships"><Relationship Type="http://schemas.openxmlformats.org/officeDocument/2006/relationships/slide" Target="/ppt/slides/slide7.xml" Id="R965882be23bd4e0f" /><Relationship Type="http://schemas.openxmlformats.org/officeDocument/2006/relationships/notesMaster" Target="/ppt/notesMasters/notesMaster1.xml" Id="R8630301e14c54982" /></Relationships>
</file>

<file path=ppt/notesSlides/_rels/notesSlide8.xml.rels>&#65279;<?xml version="1.0" encoding="utf-8"?><Relationships xmlns="http://schemas.openxmlformats.org/package/2006/relationships"><Relationship Type="http://schemas.openxmlformats.org/officeDocument/2006/relationships/slide" Target="/ppt/slides/slide8.xml" Id="R66d45307f82c45b3" /><Relationship Type="http://schemas.openxmlformats.org/officeDocument/2006/relationships/notesMaster" Target="/ppt/notesMasters/notesMaster1.xml" Id="R72bb490973934239" /></Relationships>
</file>

<file path=ppt/notesSlides/_rels/notesSlide9.xml.rels>&#65279;<?xml version="1.0" encoding="utf-8"?><Relationships xmlns="http://schemas.openxmlformats.org/package/2006/relationships"><Relationship Type="http://schemas.openxmlformats.org/officeDocument/2006/relationships/slide" Target="/ppt/slides/slide9.xml" Id="R1695b1cf25a14589" /><Relationship Type="http://schemas.openxmlformats.org/officeDocument/2006/relationships/notesMaster" Target="/ppt/notesMasters/notesMaster1.xml" Id="R1e5f7c1b7a1843d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428dcccc9954daf" /><Relationship Type="http://schemas.openxmlformats.org/officeDocument/2006/relationships/notesMaster" Target="/ppt/notesMasters/notesMaster1.xml" Id="Rdd83357655e942f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goal: learn a baseline from a stream, emit a score and NORMAL/ANOMALOUS label, and show why an observation crossed the threshold. Sentinel Pulse is the project name; the team name was not provided.</a:t>
            </a:r>
          </a:p>
          <a:p xmlns:a="http://schemas.openxmlformats.org/drawingml/2006/main">
            <a:r>
              <a:t/>
            </a:r>
          </a:p>
          <a:p xmlns:a="http://schemas.openxmlformats.org/drawingml/2006/main">
            <a:r>
              <a:t>Sources: Official Challenge 2 brief, p. 2; official presentation requirements, p. 3;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real-world monitoring example is illustrative. The judges' weights were pasted by the team in the announcement dated 27 Oct 2026. Runtime efficiency for Challenge 2 is measured per streaming window; the separate Challenge 1 run cap does not apply.</a:t>
            </a:r>
          </a:p>
          <a:p xmlns:a="http://schemas.openxmlformats.org/drawingml/2006/main">
            <a:r>
              <a:t/>
            </a:r>
          </a:p>
          <a:p xmlns:a="http://schemas.openxmlformats.org/drawingml/2006/main">
            <a:r>
              <a:t>Sources: User-provided judging announcement, 27 Oct 2026; official Challenge 2 brief, p.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boundary plainly: the demo fixture is a synthetic software test. It is not the organizer's NAB subset and has no authorized development split. The CLI accepts canonical series_id,timestamp,value CSV with explicit timezone and strict ordering.</a:t>
            </a:r>
          </a:p>
          <a:p xmlns:a="http://schemas.openxmlformats.org/drawingml/2006/main">
            <a:r>
              <a:t/>
            </a:r>
          </a:p>
          <a:p xmlns:a="http://schemas.openxmlformats.org/drawingml/2006/main">
            <a:r>
              <a:t>Sources: Official Challenge 2 brief, p. 2; docs/QUESTIONS_FOR_ORGANIZERS.md; docs/DATA_INVENTORY.md; frontend/web/public/demo/stream.csv.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Inputs are validated and streamed per series. The detector returns immutable predictions and evidence. The evaluator reads saved outputs and separate truth windows. The official dataset adapter, official scorer, and exporter are not present.</a:t>
            </a:r>
          </a:p>
          <a:p xmlns:a="http://schemas.openxmlformats.org/drawingml/2006/main">
            <a:r>
              <a:t/>
            </a:r>
          </a:p>
          <a:p xmlns:a="http://schemas.openxmlformats.org/drawingml/2006/main">
            <a:r>
              <a:t>Sources: docs/ARCHITECTURE.md; docs/INTERFACES.md; src/sentinel/pipeline.py; src/sentinel/cli.py; official Challenge 2 brief, p.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rolling MAD starter uses only preceding observations. It scores x_t before adding it to history, has bounded per-series state, and includes flagged points in later history. It is a baseline, not the intended final adaptive ensemble; persistent shifts may be absorbed.</a:t>
            </a:r>
          </a:p>
          <a:p xmlns:a="http://schemas.openxmlformats.org/drawingml/2006/main">
            <a:r>
              <a:t/>
            </a:r>
          </a:p>
          <a:p xmlns:a="http://schemas.openxmlformats.org/drawingml/2006/main">
            <a:r>
              <a:t>Sources: docs/ARCHITECTURE.md; docs/INTERFACES.md; configs/starter.json; src/sentinel/detectors/rolling.py; docs/RESEARCH.md.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bundled output is generated from committed input and a fixed starter configuration. This is not an experiment sweep, validation split, or model promotion. The comparison page deliberately has no winner or fabricated rows.</a:t>
            </a:r>
          </a:p>
          <a:p xmlns:a="http://schemas.openxmlformats.org/drawingml/2006/main">
            <a:r>
              <a:t/>
            </a:r>
          </a:p>
          <a:p xmlns:a="http://schemas.openxmlformats.org/drawingml/2006/main">
            <a:r>
              <a:t>Sources: Git main at 4a46101; configs/starter.json; scripts/build_demo_artifacts.py; frontend/web/public/demo/run.json; tasks/MANAS.md.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local evaluator reports event counts and delay separately from inference. Its policy is documented and versioned, but the organizer's scoring implementation and output schema have not been provided. Do not call this the official metric.</a:t>
            </a:r>
          </a:p>
          <a:p xmlns:a="http://schemas.openxmlformats.org/drawingml/2006/main">
            <a:r>
              <a:t/>
            </a:r>
          </a:p>
          <a:p xmlns:a="http://schemas.openxmlformats.org/drawingml/2006/main">
            <a:r>
              <a:t>Sources: src/sentinel/evaluation/reference.py; docs/EVALUATION.md; docs/QUESTIONS_FOR_ORGANIZERS.md; frontend/web/public/demo/evaluation.json.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Values are copied from the regenerated bundled run and its evaluation. The single measured run has a total process time of 1,774,600 ns across 120 points (14.79 µs/point mean); because per-point distribution and comparable benchmark setup are absent, the UI and slide do not claim P95 latency or throughput. This perfect F1 reflects a tiny hand-authored fixture only.</a:t>
            </a:r>
          </a:p>
          <a:p xmlns:a="http://schemas.openxmlformats.org/drawingml/2006/main">
            <a:r>
              <a:t/>
            </a:r>
          </a:p>
          <a:p xmlns:a="http://schemas.openxmlformats.org/drawingml/2006/main">
            <a:r>
              <a:t>Sources: frontend/web/public/demo/run.json; frontend/web/public/demo/evaluation.json; frontend/web/public/demo/windows.json; official Challenge 2 brief, p.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the two alert records from the saved synthetic run. Alert 1: 142.5 versus baseline 100.0, residual 42.5, robust scale 2.2239, score 19.1106. Alert 2: 55.0 versus baseline 100.0, residual -45.0, scale 2.2239, score 20.2347. Both happen one minute after their respective synthetic window starts. A saved-artifact UI screenshot was not used; the trace and evidence are editable native slide elements.</a:t>
            </a:r>
          </a:p>
          <a:p xmlns:a="http://schemas.openxmlformats.org/drawingml/2006/main">
            <a:r>
              <a:t/>
            </a:r>
          </a:p>
          <a:p xmlns:a="http://schemas.openxmlformats.org/drawingml/2006/main">
            <a:r>
              <a:t>Sources: frontend/web/public/demo/stream.csv; frontend/web/public/demo/predictions.jsonl; frontend/web/public/demo/windows.json; frontend/web/src/components/SyncedChart.jsx.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stating both the working demo capability and the blockers. The judge-facing demo can replay the deterministic software fixture while the team requests the official starter pack and scorer. Do not present synthetic metrics as competition results.</a:t>
            </a:r>
          </a:p>
          <a:p xmlns:a="http://schemas.openxmlformats.org/drawingml/2006/main">
            <a:r>
              <a:t/>
            </a:r>
          </a:p>
          <a:p xmlns:a="http://schemas.openxmlformats.org/drawingml/2006/main">
            <a:r>
              <a:t>Sources: docs/QUESTIONS_FOR_ORGANIZERS.md; docs/SUBMISSION_CHECKLIST.md; docs/DEMO_PLAN.md; official Challenge 2 brief, pp. 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a9f5bea86d5492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402db8b49804f7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efcfaea925b4dc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bf5a98fed3c471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3a0aec589fc402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b4ed3e9cb6c49f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CBF077A-5DA8-4BE6-9F7B-4F09CCE85C0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68B882F-9AC3-4CD9-9F0E-8FFDA858245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63B2AA0-46D5-45A9-AF8E-8833AF14001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14DCFE2-6CE4-4827-B2CC-0A32D3A2706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3FC1484-D5E0-4320-B33A-01AD348FFBB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105D030-4A61-4676-A961-C2943E33F57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BFCEDF7-461F-40B0-ABFB-954AD2CC33E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E974EAF-A373-41A4-98C2-164F1DFFC60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75E2A4D-C78D-4AE4-848B-9E28ADB74D4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2E427F4-41BF-47E0-887E-D4768D99391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d2ded49d52b421c" /><Relationship Type="http://schemas.openxmlformats.org/officeDocument/2006/relationships/slideLayout" Target="/ppt/slideLayouts/slideLayout1.xml" Id="R54bd64ecff474531" /><Relationship Type="http://schemas.openxmlformats.org/officeDocument/2006/relationships/slideLayout" Target="/ppt/slideLayouts/slideLayout2.xml" Id="R18de2ae1be5a4b6a" /><Relationship Type="http://schemas.openxmlformats.org/officeDocument/2006/relationships/slideLayout" Target="/ppt/slideLayouts/slideLayout3.xml" Id="R8cd829a45ca44832" /><Relationship Type="http://schemas.openxmlformats.org/officeDocument/2006/relationships/slideLayout" Target="/ppt/slideLayouts/slideLayout4.xml" Id="R4d4bebbfb9f14484" /><Relationship Type="http://schemas.openxmlformats.org/officeDocument/2006/relationships/slideLayout" Target="/ppt/slideLayouts/slideLayout5.xml" Id="Rbbcd2a2ebbcc45dd" /><Relationship Type="http://schemas.openxmlformats.org/officeDocument/2006/relationships/slideLayout" Target="/ppt/slideLayouts/slideLayout6.xml" Id="R71eb36071c504d6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4bd64ecff474531"/>
    <p:sldLayoutId xmlns:r="http://schemas.openxmlformats.org/officeDocument/2006/relationships" id="2147483650" r:id="R18de2ae1be5a4b6a"/>
    <p:sldLayoutId xmlns:r="http://schemas.openxmlformats.org/officeDocument/2006/relationships" id="2147483651" r:id="R8cd829a45ca44832"/>
    <p:sldLayoutId xmlns:r="http://schemas.openxmlformats.org/officeDocument/2006/relationships" id="2147483652" r:id="R4d4bebbfb9f14484"/>
    <p:sldLayoutId xmlns:r="http://schemas.openxmlformats.org/officeDocument/2006/relationships" id="2147483653" r:id="Rbbcd2a2ebbcc45dd"/>
    <p:sldLayoutId xmlns:r="http://schemas.openxmlformats.org/officeDocument/2006/relationships" id="2147483654" r:id="R71eb36071c504d6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fb97cede3e94921" /><Relationship Type="http://schemas.openxmlformats.org/officeDocument/2006/relationships/notesSlide" Target="/ppt/notesSlides/notesSlide1.xml" Id="R3657d13b5908498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7f022b30a914d91" /><Relationship Type="http://schemas.openxmlformats.org/officeDocument/2006/relationships/notesSlide" Target="/ppt/notesSlides/notesSlide2.xml" Id="Rf9e6153c3bf24cb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d0791091bd942ee" /><Relationship Type="http://schemas.openxmlformats.org/officeDocument/2006/relationships/notesSlide" Target="/ppt/notesSlides/notesSlide3.xml" Id="R67902afe80ac40b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677dbcf823a476a" /><Relationship Type="http://schemas.openxmlformats.org/officeDocument/2006/relationships/notesSlide" Target="/ppt/notesSlides/notesSlide4.xml" Id="Re951398ee1c543f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3c341673e134e69" /><Relationship Type="http://schemas.openxmlformats.org/officeDocument/2006/relationships/notesSlide" Target="/ppt/notesSlides/notesSlide5.xml" Id="Rccecfe88156e4a3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29f9dcb11ea4eaf" /><Relationship Type="http://schemas.openxmlformats.org/officeDocument/2006/relationships/notesSlide" Target="/ppt/notesSlides/notesSlide6.xml" Id="R87880064470f45b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a601443ec4448ac" /><Relationship Type="http://schemas.openxmlformats.org/officeDocument/2006/relationships/notesSlide" Target="/ppt/notesSlides/notesSlide7.xml" Id="Rddeaae40c89a421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985e607621b4e80" /><Relationship Type="http://schemas.openxmlformats.org/officeDocument/2006/relationships/notesSlide" Target="/ppt/notesSlides/notesSlide8.xml" Id="Rc46493de7d4546f5"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23bcff7b92c4a9b" /><Relationship Type="http://schemas.openxmlformats.org/officeDocument/2006/relationships/notesSlide" Target="/ppt/notesSlides/notesSlide9.xml" Id="Rc03f4ca0dd6740c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e5673ff4c8d94667" /><Relationship Type="http://schemas.openxmlformats.org/officeDocument/2006/relationships/notesSlide" Target="/ppt/notesSlides/notesSlide10.xml" Id="R0adf4f578fbe45c7" /></Relationships>
</file>

<file path=ppt/slides/slide1.xml><?xml version="1.0" encoding="utf-8"?>
<p:sld xmlns:p="http://schemas.openxmlformats.org/presentationml/2006/main">
  <p:cSld>
    <p:bg>
      <p:bgPr>
        <a:solidFill xmlns:a="http://schemas.openxmlformats.org/drawingml/2006/main">
          <a:srgbClr val="07131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68F464C1-5DC1-4F05-9CFA-B0DA21A4FFAB}"/>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6D9D0"/>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249F639-B4FD-411D-8C61-0A6B913A3051}"/>
              </a:ext>
            </a:extLst>
          </p:cNvPr>
          <p:cNvSpPr>
            <a:spLocks xmlns:a="http://schemas.openxmlformats.org/drawingml/2006/main" noGrp="1"/>
          </p:cNvSpPr>
          <p:nvPr/>
        </p:nvSpPr>
        <p:spPr>
          <a:xfrm xmlns:a="http://schemas.openxmlformats.org/drawingml/2006/main">
            <a:off x="685800" y="533400"/>
            <a:ext cx="685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1">
                <a:solidFill>
                  <a:srgbClr val="36D9D0"/>
                </a:solidFill>
                <a:latin typeface="Arial"/>
                <a:ea typeface="Arial"/>
                <a:cs typeface="Arial"/>
              </a:defRPr>
            </a:defPPr>
            <a:lvl1pPr algn="l">
              <a:defRPr sz="1275" b="1">
                <a:solidFill>
                  <a:srgbClr val="36D9D0"/>
                </a:solidFill>
                <a:latin typeface="Arial"/>
                <a:ea typeface="Arial"/>
                <a:cs typeface="Arial"/>
              </a:defRPr>
            </a:lvl1pPr>
            <a:lvl2pPr algn="l">
              <a:defRPr sz="1275" b="1">
                <a:solidFill>
                  <a:srgbClr val="36D9D0"/>
                </a:solidFill>
                <a:latin typeface="Arial"/>
                <a:ea typeface="Arial"/>
                <a:cs typeface="Arial"/>
              </a:defRPr>
            </a:lvl2pPr>
            <a:lvl3pPr algn="l">
              <a:defRPr sz="1275" b="1">
                <a:solidFill>
                  <a:srgbClr val="36D9D0"/>
                </a:solidFill>
                <a:latin typeface="Arial"/>
                <a:ea typeface="Arial"/>
                <a:cs typeface="Arial"/>
              </a:defRPr>
            </a:lvl3pPr>
            <a:lvl4pPr algn="l">
              <a:defRPr sz="1275" b="1">
                <a:solidFill>
                  <a:srgbClr val="36D9D0"/>
                </a:solidFill>
                <a:latin typeface="Arial"/>
                <a:ea typeface="Arial"/>
                <a:cs typeface="Arial"/>
              </a:defRPr>
            </a:lvl4pPr>
            <a:lvl5pPr algn="l">
              <a:defRPr sz="1275" b="1">
                <a:solidFill>
                  <a:srgbClr val="36D9D0"/>
                </a:solidFill>
                <a:latin typeface="Arial"/>
                <a:ea typeface="Arial"/>
                <a:cs typeface="Arial"/>
              </a:defRPr>
            </a:lvl5pPr>
            <a:lvl6pPr algn="l">
              <a:defRPr sz="1275" b="1">
                <a:solidFill>
                  <a:srgbClr val="36D9D0"/>
                </a:solidFill>
                <a:latin typeface="Arial"/>
                <a:ea typeface="Arial"/>
                <a:cs typeface="Arial"/>
              </a:defRPr>
            </a:lvl6pPr>
            <a:lvl7pPr algn="l">
              <a:defRPr sz="1275" b="1">
                <a:solidFill>
                  <a:srgbClr val="36D9D0"/>
                </a:solidFill>
                <a:latin typeface="Arial"/>
                <a:ea typeface="Arial"/>
                <a:cs typeface="Arial"/>
              </a:defRPr>
            </a:lvl7pPr>
            <a:lvl8pPr algn="l">
              <a:defRPr sz="1275" b="1">
                <a:solidFill>
                  <a:srgbClr val="36D9D0"/>
                </a:solidFill>
                <a:latin typeface="Arial"/>
                <a:ea typeface="Arial"/>
                <a:cs typeface="Arial"/>
              </a:defRPr>
            </a:lvl8pPr>
            <a:lvl9pPr algn="l">
              <a:defRPr sz="1275" b="1">
                <a:solidFill>
                  <a:srgbClr val="36D9D0"/>
                </a:solidFill>
                <a:latin typeface="Arial"/>
                <a:ea typeface="Arial"/>
                <a:cs typeface="Arial"/>
              </a:defRPr>
            </a:lvl9pPr>
          </a:lstStyle>
          <a:p xmlns:a="http://schemas.openxmlformats.org/drawingml/2006/main">
            <a:pPr algn="l">
              <a:defRPr sz="1275" b="1">
                <a:solidFill>
                  <a:srgbClr val="36D9D0"/>
                </a:solidFill>
                <a:latin typeface="Arial"/>
                <a:ea typeface="Arial"/>
                <a:cs typeface="Arial"/>
              </a:defRPr>
            </a:pPr>
            <a:r>
              <a:rPr sz="1275" b="1">
                <a:solidFill>
                  <a:srgbClr val="36D9D0"/>
                </a:solidFill>
                <a:latin typeface="Arial"/>
                <a:ea typeface="Arial"/>
                <a:cs typeface="Arial"/>
              </a:rPr>
              <a:t>UTKRISHTA 2026  /  AI·ML TRACK</a:t>
            </a:r>
          </a:p>
        </p:txBody>
      </p:sp>
      <p:sp>
        <p:nvSpPr>
          <p:cNvPr id="3" name="">
            <a:extLst xmlns:a="http://schemas.openxmlformats.org/drawingml/2006/main">
              <a:ext uri="{FF2B5EF4-FFF2-40B4-BE49-F238E27FC236}">
                <a16:creationId xmlns:a16="http://schemas.microsoft.com/office/drawing/2014/main" id="{58595FD7-A3C8-45BC-B7BE-CE116CF3AA03}"/>
              </a:ext>
            </a:extLst>
          </p:cNvPr>
          <p:cNvSpPr>
            <a:spLocks xmlns:a="http://schemas.openxmlformats.org/drawingml/2006/main" noGrp="1"/>
          </p:cNvSpPr>
          <p:nvPr/>
        </p:nvSpPr>
        <p:spPr>
          <a:xfrm xmlns:a="http://schemas.openxmlformats.org/drawingml/2006/main">
            <a:off x="685800" y="1238250"/>
            <a:ext cx="6572250" cy="1695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5400" b="1">
                <a:solidFill>
                  <a:srgbClr val="F2F7FA"/>
                </a:solidFill>
                <a:latin typeface="Arial"/>
                <a:ea typeface="Arial"/>
                <a:cs typeface="Arial"/>
              </a:defRPr>
            </a:defPPr>
            <a:lvl1pPr algn="l">
              <a:defRPr sz="5400" b="1">
                <a:solidFill>
                  <a:srgbClr val="F2F7FA"/>
                </a:solidFill>
                <a:latin typeface="Arial"/>
                <a:ea typeface="Arial"/>
                <a:cs typeface="Arial"/>
              </a:defRPr>
            </a:lvl1pPr>
            <a:lvl2pPr algn="l">
              <a:defRPr sz="5400" b="1">
                <a:solidFill>
                  <a:srgbClr val="F2F7FA"/>
                </a:solidFill>
                <a:latin typeface="Arial"/>
                <a:ea typeface="Arial"/>
                <a:cs typeface="Arial"/>
              </a:defRPr>
            </a:lvl2pPr>
            <a:lvl3pPr algn="l">
              <a:defRPr sz="5400" b="1">
                <a:solidFill>
                  <a:srgbClr val="F2F7FA"/>
                </a:solidFill>
                <a:latin typeface="Arial"/>
                <a:ea typeface="Arial"/>
                <a:cs typeface="Arial"/>
              </a:defRPr>
            </a:lvl3pPr>
            <a:lvl4pPr algn="l">
              <a:defRPr sz="5400" b="1">
                <a:solidFill>
                  <a:srgbClr val="F2F7FA"/>
                </a:solidFill>
                <a:latin typeface="Arial"/>
                <a:ea typeface="Arial"/>
                <a:cs typeface="Arial"/>
              </a:defRPr>
            </a:lvl4pPr>
            <a:lvl5pPr algn="l">
              <a:defRPr sz="5400" b="1">
                <a:solidFill>
                  <a:srgbClr val="F2F7FA"/>
                </a:solidFill>
                <a:latin typeface="Arial"/>
                <a:ea typeface="Arial"/>
                <a:cs typeface="Arial"/>
              </a:defRPr>
            </a:lvl5pPr>
            <a:lvl6pPr algn="l">
              <a:defRPr sz="5400" b="1">
                <a:solidFill>
                  <a:srgbClr val="F2F7FA"/>
                </a:solidFill>
                <a:latin typeface="Arial"/>
                <a:ea typeface="Arial"/>
                <a:cs typeface="Arial"/>
              </a:defRPr>
            </a:lvl6pPr>
            <a:lvl7pPr algn="l">
              <a:defRPr sz="5400" b="1">
                <a:solidFill>
                  <a:srgbClr val="F2F7FA"/>
                </a:solidFill>
                <a:latin typeface="Arial"/>
                <a:ea typeface="Arial"/>
                <a:cs typeface="Arial"/>
              </a:defRPr>
            </a:lvl7pPr>
            <a:lvl8pPr algn="l">
              <a:defRPr sz="5400" b="1">
                <a:solidFill>
                  <a:srgbClr val="F2F7FA"/>
                </a:solidFill>
                <a:latin typeface="Arial"/>
                <a:ea typeface="Arial"/>
                <a:cs typeface="Arial"/>
              </a:defRPr>
            </a:lvl8pPr>
            <a:lvl9pPr algn="l">
              <a:defRPr sz="5400" b="1">
                <a:solidFill>
                  <a:srgbClr val="F2F7FA"/>
                </a:solidFill>
                <a:latin typeface="Arial"/>
                <a:ea typeface="Arial"/>
                <a:cs typeface="Arial"/>
              </a:defRPr>
            </a:lvl9pPr>
          </a:lstStyle>
          <a:p xmlns:a="http://schemas.openxmlformats.org/drawingml/2006/main">
            <a:pPr algn="l">
              <a:defRPr sz="5400" b="1">
                <a:solidFill>
                  <a:srgbClr val="F2F7FA"/>
                </a:solidFill>
                <a:latin typeface="Arial"/>
                <a:ea typeface="Arial"/>
                <a:cs typeface="Arial"/>
              </a:defRPr>
            </a:pPr>
            <a:r>
              <a:rPr sz="5400" b="1">
                <a:solidFill>
                  <a:srgbClr val="F2F7FA"/>
                </a:solidFill>
                <a:latin typeface="Arial"/>
                <a:ea typeface="Arial"/>
                <a:cs typeface="Arial"/>
              </a:rPr>
              <a:t>SENTINEL</a:t>
            </a:r>
          </a:p>
          <a:p xmlns:a="http://schemas.openxmlformats.org/drawingml/2006/main">
            <a:pPr algn="l">
              <a:defRPr sz="5400" b="1">
                <a:solidFill>
                  <a:srgbClr val="F2F7FA"/>
                </a:solidFill>
                <a:latin typeface="Arial"/>
                <a:ea typeface="Arial"/>
                <a:cs typeface="Arial"/>
              </a:defRPr>
            </a:pPr>
            <a:r>
              <a:rPr sz="5400" b="1">
                <a:solidFill>
                  <a:srgbClr val="F2F7FA"/>
                </a:solidFill>
                <a:latin typeface="Arial"/>
                <a:ea typeface="Arial"/>
                <a:cs typeface="Arial"/>
              </a:rPr>
              <a:t>PULSE</a:t>
            </a:r>
          </a:p>
        </p:txBody>
      </p:sp>
      <p:sp>
        <p:nvSpPr>
          <p:cNvPr id="4" name="">
            <a:extLst xmlns:a="http://schemas.openxmlformats.org/drawingml/2006/main">
              <a:ext uri="{FF2B5EF4-FFF2-40B4-BE49-F238E27FC236}">
                <a16:creationId xmlns:a16="http://schemas.microsoft.com/office/drawing/2014/main" id="{E92D3BDE-6FDE-424B-BA1E-B7861FCFB161}"/>
              </a:ext>
            </a:extLst>
          </p:cNvPr>
          <p:cNvSpPr>
            <a:spLocks xmlns:a="http://schemas.openxmlformats.org/drawingml/2006/main" noGrp="1"/>
          </p:cNvSpPr>
          <p:nvPr/>
        </p:nvSpPr>
        <p:spPr>
          <a:xfrm xmlns:a="http://schemas.openxmlformats.org/drawingml/2006/main">
            <a:off x="723900" y="3143250"/>
            <a:ext cx="61912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400" b="0">
                <a:solidFill>
                  <a:srgbClr val="B2C4CF"/>
                </a:solidFill>
                <a:latin typeface="Arial"/>
                <a:ea typeface="Arial"/>
                <a:cs typeface="Arial"/>
              </a:defRPr>
            </a:defPPr>
            <a:lvl1pPr algn="l">
              <a:defRPr sz="2400" b="0">
                <a:solidFill>
                  <a:srgbClr val="B2C4CF"/>
                </a:solidFill>
                <a:latin typeface="Arial"/>
                <a:ea typeface="Arial"/>
                <a:cs typeface="Arial"/>
              </a:defRPr>
            </a:lvl1pPr>
            <a:lvl2pPr algn="l">
              <a:defRPr sz="2400" b="0">
                <a:solidFill>
                  <a:srgbClr val="B2C4CF"/>
                </a:solidFill>
                <a:latin typeface="Arial"/>
                <a:ea typeface="Arial"/>
                <a:cs typeface="Arial"/>
              </a:defRPr>
            </a:lvl2pPr>
            <a:lvl3pPr algn="l">
              <a:defRPr sz="2400" b="0">
                <a:solidFill>
                  <a:srgbClr val="B2C4CF"/>
                </a:solidFill>
                <a:latin typeface="Arial"/>
                <a:ea typeface="Arial"/>
                <a:cs typeface="Arial"/>
              </a:defRPr>
            </a:lvl3pPr>
            <a:lvl4pPr algn="l">
              <a:defRPr sz="2400" b="0">
                <a:solidFill>
                  <a:srgbClr val="B2C4CF"/>
                </a:solidFill>
                <a:latin typeface="Arial"/>
                <a:ea typeface="Arial"/>
                <a:cs typeface="Arial"/>
              </a:defRPr>
            </a:lvl4pPr>
            <a:lvl5pPr algn="l">
              <a:defRPr sz="2400" b="0">
                <a:solidFill>
                  <a:srgbClr val="B2C4CF"/>
                </a:solidFill>
                <a:latin typeface="Arial"/>
                <a:ea typeface="Arial"/>
                <a:cs typeface="Arial"/>
              </a:defRPr>
            </a:lvl5pPr>
            <a:lvl6pPr algn="l">
              <a:defRPr sz="2400" b="0">
                <a:solidFill>
                  <a:srgbClr val="B2C4CF"/>
                </a:solidFill>
                <a:latin typeface="Arial"/>
                <a:ea typeface="Arial"/>
                <a:cs typeface="Arial"/>
              </a:defRPr>
            </a:lvl6pPr>
            <a:lvl7pPr algn="l">
              <a:defRPr sz="2400" b="0">
                <a:solidFill>
                  <a:srgbClr val="B2C4CF"/>
                </a:solidFill>
                <a:latin typeface="Arial"/>
                <a:ea typeface="Arial"/>
                <a:cs typeface="Arial"/>
              </a:defRPr>
            </a:lvl7pPr>
            <a:lvl8pPr algn="l">
              <a:defRPr sz="2400" b="0">
                <a:solidFill>
                  <a:srgbClr val="B2C4CF"/>
                </a:solidFill>
                <a:latin typeface="Arial"/>
                <a:ea typeface="Arial"/>
                <a:cs typeface="Arial"/>
              </a:defRPr>
            </a:lvl8pPr>
            <a:lvl9pPr algn="l">
              <a:defRPr sz="2400" b="0">
                <a:solidFill>
                  <a:srgbClr val="B2C4CF"/>
                </a:solidFill>
                <a:latin typeface="Arial"/>
                <a:ea typeface="Arial"/>
                <a:cs typeface="Arial"/>
              </a:defRPr>
            </a:lvl9pPr>
          </a:lstStyle>
          <a:p xmlns:a="http://schemas.openxmlformats.org/drawingml/2006/main">
            <a:pPr algn="l">
              <a:defRPr sz="2400" b="0">
                <a:solidFill>
                  <a:srgbClr val="B2C4CF"/>
                </a:solidFill>
                <a:latin typeface="Arial"/>
                <a:ea typeface="Arial"/>
                <a:cs typeface="Arial"/>
              </a:defRPr>
            </a:pPr>
            <a:r>
              <a:rPr sz="2400" b="0">
                <a:solidFill>
                  <a:srgbClr val="B2C4CF"/>
                </a:solidFill>
                <a:latin typeface="Arial"/>
                <a:ea typeface="Arial"/>
                <a:cs typeface="Arial"/>
              </a:rPr>
              <a:t>Causal streaming anomaly detection</a:t>
            </a:r>
          </a:p>
          <a:p xmlns:a="http://schemas.openxmlformats.org/drawingml/2006/main">
            <a:pPr algn="l">
              <a:defRPr sz="2400" b="0">
                <a:solidFill>
                  <a:srgbClr val="B2C4CF"/>
                </a:solidFill>
                <a:latin typeface="Arial"/>
                <a:ea typeface="Arial"/>
                <a:cs typeface="Arial"/>
              </a:defRPr>
            </a:pPr>
            <a:r>
              <a:rPr sz="2400" b="0">
                <a:solidFill>
                  <a:srgbClr val="B2C4CF"/>
                </a:solidFill>
                <a:latin typeface="Arial"/>
                <a:ea typeface="Arial"/>
                <a:cs typeface="Arial"/>
              </a:rPr>
              <a:t>with numerical evidence</a:t>
            </a:r>
          </a:p>
        </p:txBody>
      </p:sp>
      <p:sp>
        <p:nvSpPr>
          <p:cNvPr id="5" name="">
            <a:extLst xmlns:a="http://schemas.openxmlformats.org/drawingml/2006/main">
              <a:ext uri="{FF2B5EF4-FFF2-40B4-BE49-F238E27FC236}">
                <a16:creationId xmlns:a16="http://schemas.microsoft.com/office/drawing/2014/main" id="{7B815B06-24C5-4E73-828A-CB35711DEDE2}"/>
              </a:ext>
            </a:extLst>
          </p:cNvPr>
          <p:cNvSpPr>
            <a:spLocks xmlns:a="http://schemas.openxmlformats.org/drawingml/2006/main" noGrp="1"/>
          </p:cNvSpPr>
          <p:nvPr/>
        </p:nvSpPr>
        <p:spPr>
          <a:xfrm xmlns:a="http://schemas.openxmlformats.org/drawingml/2006/main">
            <a:off x="7477125" y="971550"/>
            <a:ext cx="3952875" cy="2571750"/>
          </a:xfrm>
          <a:prstGeom xmlns:a="http://schemas.openxmlformats.org/drawingml/2006/main" prst="roundRect">
            <a:avLst>
              <a:gd name="adj" fmla="val 2963"/>
            </a:avLst>
          </a:prstGeom>
          <a:solidFill xmlns:a="http://schemas.openxmlformats.org/drawingml/2006/main">
            <a:srgbClr val="102332"/>
          </a:solidFill>
          <a:ln xmlns:a="http://schemas.openxmlformats.org/drawingml/2006/main" w="9525">
            <a:solidFill>
              <a:srgbClr val="284455"/>
            </a:solidFill>
            <a:prstDash val="solid"/>
          </a:ln>
        </p:spPr>
      </p:sp>
      <p:sp>
        <p:nvSpPr>
          <p:cNvPr id="6" name="">
            <a:extLst xmlns:a="http://schemas.openxmlformats.org/drawingml/2006/main">
              <a:ext uri="{FF2B5EF4-FFF2-40B4-BE49-F238E27FC236}">
                <a16:creationId xmlns:a16="http://schemas.microsoft.com/office/drawing/2014/main" id="{0E758E8A-4DD7-45BE-83F1-E9947B05591A}"/>
              </a:ext>
            </a:extLst>
          </p:cNvPr>
          <p:cNvSpPr>
            <a:spLocks xmlns:a="http://schemas.openxmlformats.org/drawingml/2006/main" noGrp="1"/>
          </p:cNvSpPr>
          <p:nvPr/>
        </p:nvSpPr>
        <p:spPr>
          <a:xfrm xmlns:a="http://schemas.openxmlformats.org/drawingml/2006/main">
            <a:off x="7477125" y="971550"/>
            <a:ext cx="38100" cy="2571750"/>
          </a:xfrm>
          <a:prstGeom xmlns:a="http://schemas.openxmlformats.org/drawingml/2006/main" prst="rect">
            <a:avLst/>
          </a:prstGeom>
          <a:solidFill xmlns:a="http://schemas.openxmlformats.org/drawingml/2006/main">
            <a:srgbClr val="36D9D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D16C68D9-727B-4FAE-81DE-DF8CF0C4EDCC}"/>
              </a:ext>
            </a:extLst>
          </p:cNvPr>
          <p:cNvSpPr>
            <a:spLocks xmlns:a="http://schemas.openxmlformats.org/drawingml/2006/main" noGrp="1"/>
          </p:cNvSpPr>
          <p:nvPr/>
        </p:nvSpPr>
        <p:spPr>
          <a:xfrm xmlns:a="http://schemas.openxmlformats.org/drawingml/2006/main">
            <a:off x="7791450" y="1257300"/>
            <a:ext cx="3286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1">
                <a:solidFill>
                  <a:srgbClr val="F4B860"/>
                </a:solidFill>
                <a:latin typeface="Arial"/>
                <a:ea typeface="Arial"/>
                <a:cs typeface="Arial"/>
              </a:defRPr>
            </a:defPPr>
            <a:lvl1pPr algn="l">
              <a:defRPr sz="1275" b="1">
                <a:solidFill>
                  <a:srgbClr val="F4B860"/>
                </a:solidFill>
                <a:latin typeface="Arial"/>
                <a:ea typeface="Arial"/>
                <a:cs typeface="Arial"/>
              </a:defRPr>
            </a:lvl1pPr>
            <a:lvl2pPr algn="l">
              <a:defRPr sz="1275" b="1">
                <a:solidFill>
                  <a:srgbClr val="F4B860"/>
                </a:solidFill>
                <a:latin typeface="Arial"/>
                <a:ea typeface="Arial"/>
                <a:cs typeface="Arial"/>
              </a:defRPr>
            </a:lvl2pPr>
            <a:lvl3pPr algn="l">
              <a:defRPr sz="1275" b="1">
                <a:solidFill>
                  <a:srgbClr val="F4B860"/>
                </a:solidFill>
                <a:latin typeface="Arial"/>
                <a:ea typeface="Arial"/>
                <a:cs typeface="Arial"/>
              </a:defRPr>
            </a:lvl3pPr>
            <a:lvl4pPr algn="l">
              <a:defRPr sz="1275" b="1">
                <a:solidFill>
                  <a:srgbClr val="F4B860"/>
                </a:solidFill>
                <a:latin typeface="Arial"/>
                <a:ea typeface="Arial"/>
                <a:cs typeface="Arial"/>
              </a:defRPr>
            </a:lvl4pPr>
            <a:lvl5pPr algn="l">
              <a:defRPr sz="1275" b="1">
                <a:solidFill>
                  <a:srgbClr val="F4B860"/>
                </a:solidFill>
                <a:latin typeface="Arial"/>
                <a:ea typeface="Arial"/>
                <a:cs typeface="Arial"/>
              </a:defRPr>
            </a:lvl5pPr>
            <a:lvl6pPr algn="l">
              <a:defRPr sz="1275" b="1">
                <a:solidFill>
                  <a:srgbClr val="F4B860"/>
                </a:solidFill>
                <a:latin typeface="Arial"/>
                <a:ea typeface="Arial"/>
                <a:cs typeface="Arial"/>
              </a:defRPr>
            </a:lvl6pPr>
            <a:lvl7pPr algn="l">
              <a:defRPr sz="1275" b="1">
                <a:solidFill>
                  <a:srgbClr val="F4B860"/>
                </a:solidFill>
                <a:latin typeface="Arial"/>
                <a:ea typeface="Arial"/>
                <a:cs typeface="Arial"/>
              </a:defRPr>
            </a:lvl7pPr>
            <a:lvl8pPr algn="l">
              <a:defRPr sz="1275" b="1">
                <a:solidFill>
                  <a:srgbClr val="F4B860"/>
                </a:solidFill>
                <a:latin typeface="Arial"/>
                <a:ea typeface="Arial"/>
                <a:cs typeface="Arial"/>
              </a:defRPr>
            </a:lvl8pPr>
            <a:lvl9pPr algn="l">
              <a:defRPr sz="1275" b="1">
                <a:solidFill>
                  <a:srgbClr val="F4B860"/>
                </a:solidFill>
                <a:latin typeface="Arial"/>
                <a:ea typeface="Arial"/>
                <a:cs typeface="Arial"/>
              </a:defRPr>
            </a:lvl9pPr>
          </a:lstStyle>
          <a:p xmlns:a="http://schemas.openxmlformats.org/drawingml/2006/main">
            <a:pPr algn="l">
              <a:defRPr sz="1275" b="1">
                <a:solidFill>
                  <a:srgbClr val="F4B860"/>
                </a:solidFill>
                <a:latin typeface="Arial"/>
                <a:ea typeface="Arial"/>
                <a:cs typeface="Arial"/>
              </a:defRPr>
            </a:pPr>
            <a:r>
              <a:rPr sz="1275" b="1">
                <a:solidFill>
                  <a:srgbClr val="F4B860"/>
                </a:solidFill>
                <a:latin typeface="Arial"/>
                <a:ea typeface="Arial"/>
                <a:cs typeface="Arial"/>
              </a:rPr>
              <a:t>CHALLENGE 2</a:t>
            </a:r>
          </a:p>
        </p:txBody>
      </p:sp>
      <p:sp>
        <p:nvSpPr>
          <p:cNvPr id="8" name="">
            <a:extLst xmlns:a="http://schemas.openxmlformats.org/drawingml/2006/main">
              <a:ext uri="{FF2B5EF4-FFF2-40B4-BE49-F238E27FC236}">
                <a16:creationId xmlns:a16="http://schemas.microsoft.com/office/drawing/2014/main" id="{8C120939-089A-4F4A-A6F3-DE0B39ED7B72}"/>
              </a:ext>
            </a:extLst>
          </p:cNvPr>
          <p:cNvSpPr>
            <a:spLocks xmlns:a="http://schemas.openxmlformats.org/drawingml/2006/main" noGrp="1"/>
          </p:cNvSpPr>
          <p:nvPr/>
        </p:nvSpPr>
        <p:spPr>
          <a:xfrm xmlns:a="http://schemas.openxmlformats.org/drawingml/2006/main">
            <a:off x="7791450" y="1600200"/>
            <a:ext cx="32861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000" b="1">
                <a:solidFill>
                  <a:srgbClr val="F2F7FA"/>
                </a:solidFill>
                <a:latin typeface="Arial"/>
                <a:ea typeface="Arial"/>
                <a:cs typeface="Arial"/>
              </a:defRPr>
            </a:defPPr>
            <a:lvl1pPr algn="l">
              <a:defRPr sz="3000" b="1">
                <a:solidFill>
                  <a:srgbClr val="F2F7FA"/>
                </a:solidFill>
                <a:latin typeface="Arial"/>
                <a:ea typeface="Arial"/>
                <a:cs typeface="Arial"/>
              </a:defRPr>
            </a:lvl1pPr>
            <a:lvl2pPr algn="l">
              <a:defRPr sz="3000" b="1">
                <a:solidFill>
                  <a:srgbClr val="F2F7FA"/>
                </a:solidFill>
                <a:latin typeface="Arial"/>
                <a:ea typeface="Arial"/>
                <a:cs typeface="Arial"/>
              </a:defRPr>
            </a:lvl2pPr>
            <a:lvl3pPr algn="l">
              <a:defRPr sz="3000" b="1">
                <a:solidFill>
                  <a:srgbClr val="F2F7FA"/>
                </a:solidFill>
                <a:latin typeface="Arial"/>
                <a:ea typeface="Arial"/>
                <a:cs typeface="Arial"/>
              </a:defRPr>
            </a:lvl3pPr>
            <a:lvl4pPr algn="l">
              <a:defRPr sz="3000" b="1">
                <a:solidFill>
                  <a:srgbClr val="F2F7FA"/>
                </a:solidFill>
                <a:latin typeface="Arial"/>
                <a:ea typeface="Arial"/>
                <a:cs typeface="Arial"/>
              </a:defRPr>
            </a:lvl4pPr>
            <a:lvl5pPr algn="l">
              <a:defRPr sz="3000" b="1">
                <a:solidFill>
                  <a:srgbClr val="F2F7FA"/>
                </a:solidFill>
                <a:latin typeface="Arial"/>
                <a:ea typeface="Arial"/>
                <a:cs typeface="Arial"/>
              </a:defRPr>
            </a:lvl5pPr>
            <a:lvl6pPr algn="l">
              <a:defRPr sz="3000" b="1">
                <a:solidFill>
                  <a:srgbClr val="F2F7FA"/>
                </a:solidFill>
                <a:latin typeface="Arial"/>
                <a:ea typeface="Arial"/>
                <a:cs typeface="Arial"/>
              </a:defRPr>
            </a:lvl6pPr>
            <a:lvl7pPr algn="l">
              <a:defRPr sz="3000" b="1">
                <a:solidFill>
                  <a:srgbClr val="F2F7FA"/>
                </a:solidFill>
                <a:latin typeface="Arial"/>
                <a:ea typeface="Arial"/>
                <a:cs typeface="Arial"/>
              </a:defRPr>
            </a:lvl7pPr>
            <a:lvl8pPr algn="l">
              <a:defRPr sz="3000" b="1">
                <a:solidFill>
                  <a:srgbClr val="F2F7FA"/>
                </a:solidFill>
                <a:latin typeface="Arial"/>
                <a:ea typeface="Arial"/>
                <a:cs typeface="Arial"/>
              </a:defRPr>
            </a:lvl8pPr>
            <a:lvl9pPr algn="l">
              <a:defRPr sz="3000" b="1">
                <a:solidFill>
                  <a:srgbClr val="F2F7FA"/>
                </a:solidFill>
                <a:latin typeface="Arial"/>
                <a:ea typeface="Arial"/>
                <a:cs typeface="Arial"/>
              </a:defRPr>
            </a:lvl9pPr>
          </a:lstStyle>
          <a:p xmlns:a="http://schemas.openxmlformats.org/drawingml/2006/main">
            <a:pPr algn="l">
              <a:defRPr sz="3000" b="1">
                <a:solidFill>
                  <a:srgbClr val="F2F7FA"/>
                </a:solidFill>
                <a:latin typeface="Arial"/>
                <a:ea typeface="Arial"/>
                <a:cs typeface="Arial"/>
              </a:defRPr>
            </a:pPr>
            <a:r>
              <a:rPr sz="3000" b="1">
                <a:solidFill>
                  <a:srgbClr val="F2F7FA"/>
                </a:solidFill>
                <a:latin typeface="Arial"/>
                <a:ea typeface="Arial"/>
                <a:cs typeface="Arial"/>
              </a:rPr>
              <a:t>Sentinel</a:t>
            </a:r>
          </a:p>
        </p:txBody>
      </p:sp>
      <p:sp>
        <p:nvSpPr>
          <p:cNvPr id="9" name="">
            <a:extLst xmlns:a="http://schemas.openxmlformats.org/drawingml/2006/main">
              <a:ext uri="{FF2B5EF4-FFF2-40B4-BE49-F238E27FC236}">
                <a16:creationId xmlns:a16="http://schemas.microsoft.com/office/drawing/2014/main" id="{7CD37798-C70C-4494-A12F-B7549ABAA805}"/>
              </a:ext>
            </a:extLst>
          </p:cNvPr>
          <p:cNvSpPr>
            <a:spLocks xmlns:a="http://schemas.openxmlformats.org/drawingml/2006/main" noGrp="1"/>
          </p:cNvSpPr>
          <p:nvPr/>
        </p:nvSpPr>
        <p:spPr>
          <a:xfrm xmlns:a="http://schemas.openxmlformats.org/drawingml/2006/main">
            <a:off x="7791450" y="2266950"/>
            <a:ext cx="32861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86956"/>
          </a:bodyPr>
          <a:lstStyle xmlns:a="http://schemas.openxmlformats.org/drawingml/2006/main">
            <a:defPPr algn="l">
              <a:defRPr sz="1725" b="0">
                <a:solidFill>
                  <a:srgbClr val="B2C4CF"/>
                </a:solidFill>
                <a:latin typeface="Arial"/>
                <a:ea typeface="Arial"/>
                <a:cs typeface="Arial"/>
              </a:defRPr>
            </a:defPPr>
            <a:lvl1pPr algn="l">
              <a:defRPr sz="1725" b="0">
                <a:solidFill>
                  <a:srgbClr val="B2C4CF"/>
                </a:solidFill>
                <a:latin typeface="Arial"/>
                <a:ea typeface="Arial"/>
                <a:cs typeface="Arial"/>
              </a:defRPr>
            </a:lvl1pPr>
            <a:lvl2pPr algn="l">
              <a:defRPr sz="1725" b="0">
                <a:solidFill>
                  <a:srgbClr val="B2C4CF"/>
                </a:solidFill>
                <a:latin typeface="Arial"/>
                <a:ea typeface="Arial"/>
                <a:cs typeface="Arial"/>
              </a:defRPr>
            </a:lvl2pPr>
            <a:lvl3pPr algn="l">
              <a:defRPr sz="1725" b="0">
                <a:solidFill>
                  <a:srgbClr val="B2C4CF"/>
                </a:solidFill>
                <a:latin typeface="Arial"/>
                <a:ea typeface="Arial"/>
                <a:cs typeface="Arial"/>
              </a:defRPr>
            </a:lvl3pPr>
            <a:lvl4pPr algn="l">
              <a:defRPr sz="1725" b="0">
                <a:solidFill>
                  <a:srgbClr val="B2C4CF"/>
                </a:solidFill>
                <a:latin typeface="Arial"/>
                <a:ea typeface="Arial"/>
                <a:cs typeface="Arial"/>
              </a:defRPr>
            </a:lvl4pPr>
            <a:lvl5pPr algn="l">
              <a:defRPr sz="1725" b="0">
                <a:solidFill>
                  <a:srgbClr val="B2C4CF"/>
                </a:solidFill>
                <a:latin typeface="Arial"/>
                <a:ea typeface="Arial"/>
                <a:cs typeface="Arial"/>
              </a:defRPr>
            </a:lvl5pPr>
            <a:lvl6pPr algn="l">
              <a:defRPr sz="1725" b="0">
                <a:solidFill>
                  <a:srgbClr val="B2C4CF"/>
                </a:solidFill>
                <a:latin typeface="Arial"/>
                <a:ea typeface="Arial"/>
                <a:cs typeface="Arial"/>
              </a:defRPr>
            </a:lvl6pPr>
            <a:lvl7pPr algn="l">
              <a:defRPr sz="1725" b="0">
                <a:solidFill>
                  <a:srgbClr val="B2C4CF"/>
                </a:solidFill>
                <a:latin typeface="Arial"/>
                <a:ea typeface="Arial"/>
                <a:cs typeface="Arial"/>
              </a:defRPr>
            </a:lvl7pPr>
            <a:lvl8pPr algn="l">
              <a:defRPr sz="1725" b="0">
                <a:solidFill>
                  <a:srgbClr val="B2C4CF"/>
                </a:solidFill>
                <a:latin typeface="Arial"/>
                <a:ea typeface="Arial"/>
                <a:cs typeface="Arial"/>
              </a:defRPr>
            </a:lvl8pPr>
            <a:lvl9pPr algn="l">
              <a:defRPr sz="1725" b="0">
                <a:solidFill>
                  <a:srgbClr val="B2C4CF"/>
                </a:solidFill>
                <a:latin typeface="Arial"/>
                <a:ea typeface="Arial"/>
                <a:cs typeface="Arial"/>
              </a:defRPr>
            </a:lvl9pPr>
          </a:lstStyle>
          <a:p xmlns:a="http://schemas.openxmlformats.org/drawingml/2006/main">
            <a:pPr algn="l">
              <a:defRPr sz="1725" b="0">
                <a:solidFill>
                  <a:srgbClr val="B2C4CF"/>
                </a:solidFill>
                <a:latin typeface="Arial"/>
                <a:ea typeface="Arial"/>
                <a:cs typeface="Arial"/>
              </a:defRPr>
            </a:pPr>
            <a:r>
              <a:rPr sz="1725" b="0">
                <a:solidFill>
                  <a:srgbClr val="B2C4CF"/>
                </a:solidFill>
                <a:latin typeface="Arial"/>
                <a:ea typeface="Arial"/>
                <a:cs typeface="Arial"/>
              </a:rPr>
              <a:t>Score from past state. Explain each flag.</a:t>
            </a:r>
          </a:p>
          <a:p xmlns:a="http://schemas.openxmlformats.org/drawingml/2006/main">
            <a:pPr algn="l">
              <a:defRPr sz="1725" b="0">
                <a:solidFill>
                  <a:srgbClr val="B2C4CF"/>
                </a:solidFill>
                <a:latin typeface="Arial"/>
                <a:ea typeface="Arial"/>
                <a:cs typeface="Arial"/>
              </a:defRPr>
            </a:pPr>
            <a:r>
              <a:rPr sz="1725" b="0">
                <a:solidFill>
                  <a:srgbClr val="B2C4CF"/>
                </a:solidFill>
                <a:latin typeface="Arial"/>
                <a:ea typeface="Arial"/>
                <a:cs typeface="Arial"/>
              </a:rPr>
              <a:t>Replay the exact artifacts for review.</a:t>
            </a:r>
          </a:p>
        </p:txBody>
      </p:sp>
      <p:sp>
        <p:nvSpPr>
          <p:cNvPr id="10" name="">
            <a:extLst xmlns:a="http://schemas.openxmlformats.org/drawingml/2006/main">
              <a:ext uri="{FF2B5EF4-FFF2-40B4-BE49-F238E27FC236}">
                <a16:creationId xmlns:a16="http://schemas.microsoft.com/office/drawing/2014/main" id="{B233474B-340E-40A7-B045-D87707482EFA}"/>
              </a:ext>
            </a:extLst>
          </p:cNvPr>
          <p:cNvSpPr>
            <a:spLocks xmlns:a="http://schemas.openxmlformats.org/drawingml/2006/main" noGrp="1"/>
          </p:cNvSpPr>
          <p:nvPr/>
        </p:nvSpPr>
        <p:spPr>
          <a:xfrm xmlns:a="http://schemas.openxmlformats.org/drawingml/2006/main">
            <a:off x="7791450" y="3819525"/>
            <a:ext cx="32861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36D9D0"/>
                </a:solidFill>
                <a:latin typeface="Arial"/>
                <a:ea typeface="Arial"/>
                <a:cs typeface="Arial"/>
              </a:defRPr>
            </a:defPPr>
            <a:lvl1pPr algn="l">
              <a:defRPr sz="1125" b="1">
                <a:solidFill>
                  <a:srgbClr val="36D9D0"/>
                </a:solidFill>
                <a:latin typeface="Arial"/>
                <a:ea typeface="Arial"/>
                <a:cs typeface="Arial"/>
              </a:defRPr>
            </a:lvl1pPr>
            <a:lvl2pPr algn="l">
              <a:defRPr sz="1125" b="1">
                <a:solidFill>
                  <a:srgbClr val="36D9D0"/>
                </a:solidFill>
                <a:latin typeface="Arial"/>
                <a:ea typeface="Arial"/>
                <a:cs typeface="Arial"/>
              </a:defRPr>
            </a:lvl2pPr>
            <a:lvl3pPr algn="l">
              <a:defRPr sz="1125" b="1">
                <a:solidFill>
                  <a:srgbClr val="36D9D0"/>
                </a:solidFill>
                <a:latin typeface="Arial"/>
                <a:ea typeface="Arial"/>
                <a:cs typeface="Arial"/>
              </a:defRPr>
            </a:lvl3pPr>
            <a:lvl4pPr algn="l">
              <a:defRPr sz="1125" b="1">
                <a:solidFill>
                  <a:srgbClr val="36D9D0"/>
                </a:solidFill>
                <a:latin typeface="Arial"/>
                <a:ea typeface="Arial"/>
                <a:cs typeface="Arial"/>
              </a:defRPr>
            </a:lvl4pPr>
            <a:lvl5pPr algn="l">
              <a:defRPr sz="1125" b="1">
                <a:solidFill>
                  <a:srgbClr val="36D9D0"/>
                </a:solidFill>
                <a:latin typeface="Arial"/>
                <a:ea typeface="Arial"/>
                <a:cs typeface="Arial"/>
              </a:defRPr>
            </a:lvl5pPr>
            <a:lvl6pPr algn="l">
              <a:defRPr sz="1125" b="1">
                <a:solidFill>
                  <a:srgbClr val="36D9D0"/>
                </a:solidFill>
                <a:latin typeface="Arial"/>
                <a:ea typeface="Arial"/>
                <a:cs typeface="Arial"/>
              </a:defRPr>
            </a:lvl6pPr>
            <a:lvl7pPr algn="l">
              <a:defRPr sz="1125" b="1">
                <a:solidFill>
                  <a:srgbClr val="36D9D0"/>
                </a:solidFill>
                <a:latin typeface="Arial"/>
                <a:ea typeface="Arial"/>
                <a:cs typeface="Arial"/>
              </a:defRPr>
            </a:lvl7pPr>
            <a:lvl8pPr algn="l">
              <a:defRPr sz="1125" b="1">
                <a:solidFill>
                  <a:srgbClr val="36D9D0"/>
                </a:solidFill>
                <a:latin typeface="Arial"/>
                <a:ea typeface="Arial"/>
                <a:cs typeface="Arial"/>
              </a:defRPr>
            </a:lvl8pPr>
            <a:lvl9pPr algn="l">
              <a:defRPr sz="1125" b="1">
                <a:solidFill>
                  <a:srgbClr val="36D9D0"/>
                </a:solidFill>
                <a:latin typeface="Arial"/>
                <a:ea typeface="Arial"/>
                <a:cs typeface="Arial"/>
              </a:defRPr>
            </a:lvl9pPr>
          </a:lstStyle>
          <a:p xmlns:a="http://schemas.openxmlformats.org/drawingml/2006/main">
            <a:pPr algn="l">
              <a:defRPr sz="1125" b="1">
                <a:solidFill>
                  <a:srgbClr val="36D9D0"/>
                </a:solidFill>
                <a:latin typeface="Arial"/>
                <a:ea typeface="Arial"/>
                <a:cs typeface="Arial"/>
              </a:defRPr>
            </a:pPr>
            <a:r>
              <a:rPr sz="1125" b="1">
                <a:solidFill>
                  <a:srgbClr val="36D9D0"/>
                </a:solidFill>
                <a:latin typeface="Arial"/>
                <a:ea typeface="Arial"/>
                <a:cs typeface="Arial"/>
              </a:rPr>
              <a:t>TEAM MEMBERS</a:t>
            </a:r>
          </a:p>
        </p:txBody>
      </p:sp>
      <p:sp>
        <p:nvSpPr>
          <p:cNvPr id="11" name="">
            <a:extLst xmlns:a="http://schemas.openxmlformats.org/drawingml/2006/main">
              <a:ext uri="{FF2B5EF4-FFF2-40B4-BE49-F238E27FC236}">
                <a16:creationId xmlns:a16="http://schemas.microsoft.com/office/drawing/2014/main" id="{796D2625-B45C-4BBE-A192-E69E2FA708DC}"/>
              </a:ext>
            </a:extLst>
          </p:cNvPr>
          <p:cNvSpPr>
            <a:spLocks xmlns:a="http://schemas.openxmlformats.org/drawingml/2006/main" noGrp="1"/>
          </p:cNvSpPr>
          <p:nvPr/>
        </p:nvSpPr>
        <p:spPr>
          <a:xfrm xmlns:a="http://schemas.openxmlformats.org/drawingml/2006/main">
            <a:off x="7791450" y="4181475"/>
            <a:ext cx="328612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1">
                <a:solidFill>
                  <a:srgbClr val="F2F7FA"/>
                </a:solidFill>
                <a:latin typeface="Arial"/>
                <a:ea typeface="Arial"/>
                <a:cs typeface="Arial"/>
              </a:defRPr>
            </a:defPPr>
            <a:lvl1pPr algn="l">
              <a:defRPr sz="1800" b="1">
                <a:solidFill>
                  <a:srgbClr val="F2F7FA"/>
                </a:solidFill>
                <a:latin typeface="Arial"/>
                <a:ea typeface="Arial"/>
                <a:cs typeface="Arial"/>
              </a:defRPr>
            </a:lvl1pPr>
            <a:lvl2pPr algn="l">
              <a:defRPr sz="1800" b="1">
                <a:solidFill>
                  <a:srgbClr val="F2F7FA"/>
                </a:solidFill>
                <a:latin typeface="Arial"/>
                <a:ea typeface="Arial"/>
                <a:cs typeface="Arial"/>
              </a:defRPr>
            </a:lvl2pPr>
            <a:lvl3pPr algn="l">
              <a:defRPr sz="1800" b="1">
                <a:solidFill>
                  <a:srgbClr val="F2F7FA"/>
                </a:solidFill>
                <a:latin typeface="Arial"/>
                <a:ea typeface="Arial"/>
                <a:cs typeface="Arial"/>
              </a:defRPr>
            </a:lvl3pPr>
            <a:lvl4pPr algn="l">
              <a:defRPr sz="1800" b="1">
                <a:solidFill>
                  <a:srgbClr val="F2F7FA"/>
                </a:solidFill>
                <a:latin typeface="Arial"/>
                <a:ea typeface="Arial"/>
                <a:cs typeface="Arial"/>
              </a:defRPr>
            </a:lvl4pPr>
            <a:lvl5pPr algn="l">
              <a:defRPr sz="1800" b="1">
                <a:solidFill>
                  <a:srgbClr val="F2F7FA"/>
                </a:solidFill>
                <a:latin typeface="Arial"/>
                <a:ea typeface="Arial"/>
                <a:cs typeface="Arial"/>
              </a:defRPr>
            </a:lvl5pPr>
            <a:lvl6pPr algn="l">
              <a:defRPr sz="1800" b="1">
                <a:solidFill>
                  <a:srgbClr val="F2F7FA"/>
                </a:solidFill>
                <a:latin typeface="Arial"/>
                <a:ea typeface="Arial"/>
                <a:cs typeface="Arial"/>
              </a:defRPr>
            </a:lvl6pPr>
            <a:lvl7pPr algn="l">
              <a:defRPr sz="1800" b="1">
                <a:solidFill>
                  <a:srgbClr val="F2F7FA"/>
                </a:solidFill>
                <a:latin typeface="Arial"/>
                <a:ea typeface="Arial"/>
                <a:cs typeface="Arial"/>
              </a:defRPr>
            </a:lvl7pPr>
            <a:lvl8pPr algn="l">
              <a:defRPr sz="1800" b="1">
                <a:solidFill>
                  <a:srgbClr val="F2F7FA"/>
                </a:solidFill>
                <a:latin typeface="Arial"/>
                <a:ea typeface="Arial"/>
                <a:cs typeface="Arial"/>
              </a:defRPr>
            </a:lvl8pPr>
            <a:lvl9pPr algn="l">
              <a:defRPr sz="1800" b="1">
                <a:solidFill>
                  <a:srgbClr val="F2F7FA"/>
                </a:solidFill>
                <a:latin typeface="Arial"/>
                <a:ea typeface="Arial"/>
                <a:cs typeface="Arial"/>
              </a:defRPr>
            </a:lvl9pPr>
          </a:lstStyle>
          <a:p xmlns:a="http://schemas.openxmlformats.org/drawingml/2006/main">
            <a:pPr algn="l">
              <a:defRPr sz="1800" b="1">
                <a:solidFill>
                  <a:srgbClr val="F2F7FA"/>
                </a:solidFill>
                <a:latin typeface="Arial"/>
                <a:ea typeface="Arial"/>
                <a:cs typeface="Arial"/>
              </a:defRPr>
            </a:pPr>
            <a:r>
              <a:rPr sz="1800" b="1">
                <a:solidFill>
                  <a:srgbClr val="F2F7FA"/>
                </a:solidFill>
                <a:latin typeface="Arial"/>
                <a:ea typeface="Arial"/>
                <a:cs typeface="Arial"/>
              </a:rPr>
              <a:t>Ayush  ·  Kaustubh</a:t>
            </a:r>
          </a:p>
          <a:p xmlns:a="http://schemas.openxmlformats.org/drawingml/2006/main">
            <a:pPr algn="l">
              <a:defRPr sz="1800" b="1">
                <a:solidFill>
                  <a:srgbClr val="F2F7FA"/>
                </a:solidFill>
                <a:latin typeface="Arial"/>
                <a:ea typeface="Arial"/>
                <a:cs typeface="Arial"/>
              </a:defRPr>
            </a:pPr>
            <a:r>
              <a:rPr sz="1800" b="1">
                <a:solidFill>
                  <a:srgbClr val="F2F7FA"/>
                </a:solidFill>
                <a:latin typeface="Arial"/>
                <a:ea typeface="Arial"/>
                <a:cs typeface="Arial"/>
              </a:rPr>
              <a:t>Manas  ·  Mayank</a:t>
            </a:r>
          </a:p>
        </p:txBody>
      </p:sp>
      <p:sp>
        <p:nvSpPr>
          <p:cNvPr id="12" name="">
            <a:extLst xmlns:a="http://schemas.openxmlformats.org/drawingml/2006/main">
              <a:ext uri="{FF2B5EF4-FFF2-40B4-BE49-F238E27FC236}">
                <a16:creationId xmlns:a16="http://schemas.microsoft.com/office/drawing/2014/main" id="{FA47B00D-C0C2-4C41-A21D-778D9F250CE8}"/>
              </a:ext>
            </a:extLst>
          </p:cNvPr>
          <p:cNvSpPr>
            <a:spLocks xmlns:a="http://schemas.openxmlformats.org/drawingml/2006/main" noGrp="1"/>
          </p:cNvSpPr>
          <p:nvPr/>
        </p:nvSpPr>
        <p:spPr>
          <a:xfrm xmlns:a="http://schemas.openxmlformats.org/drawingml/2006/main">
            <a:off x="7791450" y="5067300"/>
            <a:ext cx="3524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6950"/>
          </a:bodyPr>
          <a:lstStyle xmlns:a="http://schemas.openxmlformats.org/drawingml/2006/main">
            <a:defPPr algn="l">
              <a:defRPr sz="1125" b="0">
                <a:solidFill>
                  <a:srgbClr val="B2C4CF"/>
                </a:solidFill>
                <a:latin typeface="Arial"/>
                <a:ea typeface="Arial"/>
                <a:cs typeface="Arial"/>
              </a:defRPr>
            </a:defPPr>
            <a:lvl1pPr algn="l">
              <a:defRPr sz="1125" b="0">
                <a:solidFill>
                  <a:srgbClr val="B2C4CF"/>
                </a:solidFill>
                <a:latin typeface="Arial"/>
                <a:ea typeface="Arial"/>
                <a:cs typeface="Arial"/>
              </a:defRPr>
            </a:lvl1pPr>
            <a:lvl2pPr algn="l">
              <a:defRPr sz="1125" b="0">
                <a:solidFill>
                  <a:srgbClr val="B2C4CF"/>
                </a:solidFill>
                <a:latin typeface="Arial"/>
                <a:ea typeface="Arial"/>
                <a:cs typeface="Arial"/>
              </a:defRPr>
            </a:lvl2pPr>
            <a:lvl3pPr algn="l">
              <a:defRPr sz="1125" b="0">
                <a:solidFill>
                  <a:srgbClr val="B2C4CF"/>
                </a:solidFill>
                <a:latin typeface="Arial"/>
                <a:ea typeface="Arial"/>
                <a:cs typeface="Arial"/>
              </a:defRPr>
            </a:lvl3pPr>
            <a:lvl4pPr algn="l">
              <a:defRPr sz="1125" b="0">
                <a:solidFill>
                  <a:srgbClr val="B2C4CF"/>
                </a:solidFill>
                <a:latin typeface="Arial"/>
                <a:ea typeface="Arial"/>
                <a:cs typeface="Arial"/>
              </a:defRPr>
            </a:lvl4pPr>
            <a:lvl5pPr algn="l">
              <a:defRPr sz="1125" b="0">
                <a:solidFill>
                  <a:srgbClr val="B2C4CF"/>
                </a:solidFill>
                <a:latin typeface="Arial"/>
                <a:ea typeface="Arial"/>
                <a:cs typeface="Arial"/>
              </a:defRPr>
            </a:lvl5pPr>
            <a:lvl6pPr algn="l">
              <a:defRPr sz="1125" b="0">
                <a:solidFill>
                  <a:srgbClr val="B2C4CF"/>
                </a:solidFill>
                <a:latin typeface="Arial"/>
                <a:ea typeface="Arial"/>
                <a:cs typeface="Arial"/>
              </a:defRPr>
            </a:lvl6pPr>
            <a:lvl7pPr algn="l">
              <a:defRPr sz="1125" b="0">
                <a:solidFill>
                  <a:srgbClr val="B2C4CF"/>
                </a:solidFill>
                <a:latin typeface="Arial"/>
                <a:ea typeface="Arial"/>
                <a:cs typeface="Arial"/>
              </a:defRPr>
            </a:lvl7pPr>
            <a:lvl8pPr algn="l">
              <a:defRPr sz="1125" b="0">
                <a:solidFill>
                  <a:srgbClr val="B2C4CF"/>
                </a:solidFill>
                <a:latin typeface="Arial"/>
                <a:ea typeface="Arial"/>
                <a:cs typeface="Arial"/>
              </a:defRPr>
            </a:lvl8pPr>
            <a:lvl9pPr algn="l">
              <a:defRPr sz="1125" b="0">
                <a:solidFill>
                  <a:srgbClr val="B2C4CF"/>
                </a:solidFill>
                <a:latin typeface="Arial"/>
                <a:ea typeface="Arial"/>
                <a:cs typeface="Arial"/>
              </a:defRPr>
            </a:lvl9pPr>
          </a:lstStyle>
          <a:p xmlns:a="http://schemas.openxmlformats.org/drawingml/2006/main">
            <a:pPr algn="l">
              <a:defRPr sz="1125" b="0">
                <a:solidFill>
                  <a:srgbClr val="B2C4CF"/>
                </a:solidFill>
                <a:latin typeface="Arial"/>
                <a:ea typeface="Arial"/>
                <a:cs typeface="Arial"/>
              </a:defRPr>
            </a:pPr>
            <a:r>
              <a:rPr sz="1125" b="0">
                <a:solidFill>
                  <a:srgbClr val="B2C4CF"/>
                </a:solidFill>
                <a:latin typeface="Arial"/>
                <a:ea typeface="Arial"/>
                <a:cs typeface="Arial"/>
              </a:rPr>
              <a:t>Project name: Sentinel Pulse  |  Team name: not supplied</a:t>
            </a:r>
          </a:p>
        </p:txBody>
      </p:sp>
      <p:sp>
        <p:nvSpPr>
          <p:cNvPr id="13" name="">
            <a:extLst xmlns:a="http://schemas.openxmlformats.org/drawingml/2006/main">
              <a:ext uri="{FF2B5EF4-FFF2-40B4-BE49-F238E27FC236}">
                <a16:creationId xmlns:a16="http://schemas.microsoft.com/office/drawing/2014/main" id="{45A32049-BC19-4DB0-AA4D-102B4A72023E}"/>
              </a:ext>
            </a:extLst>
          </p:cNvPr>
          <p:cNvSpPr>
            <a:spLocks xmlns:a="http://schemas.openxmlformats.org/drawingml/2006/main" noGrp="1"/>
          </p:cNvSpPr>
          <p:nvPr/>
        </p:nvSpPr>
        <p:spPr>
          <a:xfrm xmlns:a="http://schemas.openxmlformats.org/drawingml/2006/main">
            <a:off x="723900" y="6029325"/>
            <a:ext cx="990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1">
                <a:solidFill>
                  <a:srgbClr val="F4B860"/>
                </a:solidFill>
                <a:latin typeface="Arial"/>
                <a:ea typeface="Arial"/>
                <a:cs typeface="Arial"/>
              </a:defRPr>
            </a:defPPr>
            <a:lvl1pPr algn="l">
              <a:defRPr sz="1350" b="1">
                <a:solidFill>
                  <a:srgbClr val="F4B860"/>
                </a:solidFill>
                <a:latin typeface="Arial"/>
                <a:ea typeface="Arial"/>
                <a:cs typeface="Arial"/>
              </a:defRPr>
            </a:lvl1pPr>
            <a:lvl2pPr algn="l">
              <a:defRPr sz="1350" b="1">
                <a:solidFill>
                  <a:srgbClr val="F4B860"/>
                </a:solidFill>
                <a:latin typeface="Arial"/>
                <a:ea typeface="Arial"/>
                <a:cs typeface="Arial"/>
              </a:defRPr>
            </a:lvl2pPr>
            <a:lvl3pPr algn="l">
              <a:defRPr sz="1350" b="1">
                <a:solidFill>
                  <a:srgbClr val="F4B860"/>
                </a:solidFill>
                <a:latin typeface="Arial"/>
                <a:ea typeface="Arial"/>
                <a:cs typeface="Arial"/>
              </a:defRPr>
            </a:lvl3pPr>
            <a:lvl4pPr algn="l">
              <a:defRPr sz="1350" b="1">
                <a:solidFill>
                  <a:srgbClr val="F4B860"/>
                </a:solidFill>
                <a:latin typeface="Arial"/>
                <a:ea typeface="Arial"/>
                <a:cs typeface="Arial"/>
              </a:defRPr>
            </a:lvl4pPr>
            <a:lvl5pPr algn="l">
              <a:defRPr sz="1350" b="1">
                <a:solidFill>
                  <a:srgbClr val="F4B860"/>
                </a:solidFill>
                <a:latin typeface="Arial"/>
                <a:ea typeface="Arial"/>
                <a:cs typeface="Arial"/>
              </a:defRPr>
            </a:lvl5pPr>
            <a:lvl6pPr algn="l">
              <a:defRPr sz="1350" b="1">
                <a:solidFill>
                  <a:srgbClr val="F4B860"/>
                </a:solidFill>
                <a:latin typeface="Arial"/>
                <a:ea typeface="Arial"/>
                <a:cs typeface="Arial"/>
              </a:defRPr>
            </a:lvl6pPr>
            <a:lvl7pPr algn="l">
              <a:defRPr sz="1350" b="1">
                <a:solidFill>
                  <a:srgbClr val="F4B860"/>
                </a:solidFill>
                <a:latin typeface="Arial"/>
                <a:ea typeface="Arial"/>
                <a:cs typeface="Arial"/>
              </a:defRPr>
            </a:lvl7pPr>
            <a:lvl8pPr algn="l">
              <a:defRPr sz="1350" b="1">
                <a:solidFill>
                  <a:srgbClr val="F4B860"/>
                </a:solidFill>
                <a:latin typeface="Arial"/>
                <a:ea typeface="Arial"/>
                <a:cs typeface="Arial"/>
              </a:defRPr>
            </a:lvl8pPr>
            <a:lvl9pPr algn="l">
              <a:defRPr sz="1350" b="1">
                <a:solidFill>
                  <a:srgbClr val="F4B860"/>
                </a:solidFill>
                <a:latin typeface="Arial"/>
                <a:ea typeface="Arial"/>
                <a:cs typeface="Arial"/>
              </a:defRPr>
            </a:lvl9pPr>
          </a:lstStyle>
          <a:p xmlns:a="http://schemas.openxmlformats.org/drawingml/2006/main">
            <a:pPr algn="l">
              <a:defRPr sz="1350" b="1">
                <a:solidFill>
                  <a:srgbClr val="F4B860"/>
                </a:solidFill>
                <a:latin typeface="Arial"/>
                <a:ea typeface="Arial"/>
                <a:cs typeface="Arial"/>
              </a:defRPr>
            </a:pPr>
            <a:r>
              <a:rPr sz="1350" b="1">
                <a:solidFill>
                  <a:srgbClr val="F4B860"/>
                </a:solidFill>
                <a:latin typeface="Arial"/>
                <a:ea typeface="Arial"/>
                <a:cs typeface="Arial"/>
              </a:rPr>
              <a:t>A runnable software prototype; official-data results remain pending.</a:t>
            </a:r>
          </a:p>
        </p:txBody>
      </p:sp>
    </p:spTree>
    <p:extLst>
      <p:ext uri="{BB962C8B-B14F-4D97-AF65-F5344CB8AC3E}">
        <p14:creationId xmlns:p14="http://schemas.microsoft.com/office/powerpoint/2010/main" val="1792007616"/>
      </p:ext>
    </p:extLst>
  </p:cSld>
</p:sld>
</file>

<file path=ppt/slides/slide2.xml><?xml version="1.0" encoding="utf-8"?>
<p:sld xmlns:p="http://schemas.openxmlformats.org/presentationml/2006/main">
  <p:cSld>
    <p:bg>
      <p:bgPr>
        <a:solidFill xmlns:a="http://schemas.openxmlformats.org/drawingml/2006/main">
          <a:srgbClr val="07131F"/>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44F501B9-0D5D-437B-96E8-F7A2CB8F9E34}"/>
              </a:ext>
            </a:extLst>
          </p:cNvPr>
          <p:cNvSpPr>
            <a:spLocks xmlns:a="http://schemas.openxmlformats.org/drawingml/2006/main" noGrp="1"/>
          </p:cNvSpPr>
          <p:nvPr/>
        </p:nvSpPr>
        <p:spPr>
          <a:xfrm xmlns:a="http://schemas.openxmlformats.org/drawingml/2006/main">
            <a:off x="609600" y="247650"/>
            <a:ext cx="876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36D9D0"/>
                </a:solidFill>
                <a:latin typeface="Arial"/>
                <a:ea typeface="Arial"/>
                <a:cs typeface="Arial"/>
              </a:defRPr>
            </a:defPPr>
            <a:lvl1pPr algn="l">
              <a:defRPr sz="1125" b="1">
                <a:solidFill>
                  <a:srgbClr val="36D9D0"/>
                </a:solidFill>
                <a:latin typeface="Arial"/>
                <a:ea typeface="Arial"/>
                <a:cs typeface="Arial"/>
              </a:defRPr>
            </a:lvl1pPr>
            <a:lvl2pPr algn="l">
              <a:defRPr sz="1125" b="1">
                <a:solidFill>
                  <a:srgbClr val="36D9D0"/>
                </a:solidFill>
                <a:latin typeface="Arial"/>
                <a:ea typeface="Arial"/>
                <a:cs typeface="Arial"/>
              </a:defRPr>
            </a:lvl2pPr>
            <a:lvl3pPr algn="l">
              <a:defRPr sz="1125" b="1">
                <a:solidFill>
                  <a:srgbClr val="36D9D0"/>
                </a:solidFill>
                <a:latin typeface="Arial"/>
                <a:ea typeface="Arial"/>
                <a:cs typeface="Arial"/>
              </a:defRPr>
            </a:lvl3pPr>
            <a:lvl4pPr algn="l">
              <a:defRPr sz="1125" b="1">
                <a:solidFill>
                  <a:srgbClr val="36D9D0"/>
                </a:solidFill>
                <a:latin typeface="Arial"/>
                <a:ea typeface="Arial"/>
                <a:cs typeface="Arial"/>
              </a:defRPr>
            </a:lvl4pPr>
            <a:lvl5pPr algn="l">
              <a:defRPr sz="1125" b="1">
                <a:solidFill>
                  <a:srgbClr val="36D9D0"/>
                </a:solidFill>
                <a:latin typeface="Arial"/>
                <a:ea typeface="Arial"/>
                <a:cs typeface="Arial"/>
              </a:defRPr>
            </a:lvl5pPr>
            <a:lvl6pPr algn="l">
              <a:defRPr sz="1125" b="1">
                <a:solidFill>
                  <a:srgbClr val="36D9D0"/>
                </a:solidFill>
                <a:latin typeface="Arial"/>
                <a:ea typeface="Arial"/>
                <a:cs typeface="Arial"/>
              </a:defRPr>
            </a:lvl6pPr>
            <a:lvl7pPr algn="l">
              <a:defRPr sz="1125" b="1">
                <a:solidFill>
                  <a:srgbClr val="36D9D0"/>
                </a:solidFill>
                <a:latin typeface="Arial"/>
                <a:ea typeface="Arial"/>
                <a:cs typeface="Arial"/>
              </a:defRPr>
            </a:lvl7pPr>
            <a:lvl8pPr algn="l">
              <a:defRPr sz="1125" b="1">
                <a:solidFill>
                  <a:srgbClr val="36D9D0"/>
                </a:solidFill>
                <a:latin typeface="Arial"/>
                <a:ea typeface="Arial"/>
                <a:cs typeface="Arial"/>
              </a:defRPr>
            </a:lvl8pPr>
            <a:lvl9pPr algn="l">
              <a:defRPr sz="1125" b="1">
                <a:solidFill>
                  <a:srgbClr val="36D9D0"/>
                </a:solidFill>
                <a:latin typeface="Arial"/>
                <a:ea typeface="Arial"/>
                <a:cs typeface="Arial"/>
              </a:defRPr>
            </a:lvl9pPr>
          </a:lstStyle>
          <a:p xmlns:a="http://schemas.openxmlformats.org/drawingml/2006/main">
            <a:pPr algn="l">
              <a:defRPr sz="1125" b="1">
                <a:solidFill>
                  <a:srgbClr val="36D9D0"/>
                </a:solidFill>
                <a:latin typeface="Arial"/>
                <a:ea typeface="Arial"/>
                <a:cs typeface="Arial"/>
              </a:defRPr>
            </a:pPr>
            <a:r>
              <a:rPr sz="1125" b="1">
                <a:solidFill>
                  <a:srgbClr val="36D9D0"/>
                </a:solidFill>
                <a:latin typeface="Arial"/>
                <a:ea typeface="Arial"/>
                <a:cs typeface="Arial"/>
              </a:rPr>
              <a:t>SENTINEL PULSE   /   PROBLEM</a:t>
            </a:r>
          </a:p>
        </p:txBody>
      </p:sp>
      <p:sp>
        <p:nvSpPr>
          <p:cNvPr id="2" name="">
            <a:extLst xmlns:a="http://schemas.openxmlformats.org/drawingml/2006/main">
              <a:ext uri="{FF2B5EF4-FFF2-40B4-BE49-F238E27FC236}">
                <a16:creationId xmlns:a16="http://schemas.microsoft.com/office/drawing/2014/main" id="{FB2BE7C5-3C2C-4C49-B47E-3F5E8075E54A}"/>
              </a:ext>
            </a:extLst>
          </p:cNvPr>
          <p:cNvSpPr>
            <a:spLocks xmlns:a="http://schemas.openxmlformats.org/drawingml/2006/main" noGrp="1"/>
          </p:cNvSpPr>
          <p:nvPr/>
        </p:nvSpPr>
        <p:spPr>
          <a:xfrm xmlns:a="http://schemas.openxmlformats.org/drawingml/2006/main">
            <a:off x="609600" y="590550"/>
            <a:ext cx="10972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700" b="1">
                <a:solidFill>
                  <a:srgbClr val="F2F7FA"/>
                </a:solidFill>
                <a:latin typeface="Arial"/>
                <a:ea typeface="Arial"/>
                <a:cs typeface="Arial"/>
              </a:defRPr>
            </a:defPPr>
            <a:lvl1pPr algn="l">
              <a:defRPr sz="2700" b="1">
                <a:solidFill>
                  <a:srgbClr val="F2F7FA"/>
                </a:solidFill>
                <a:latin typeface="Arial"/>
                <a:ea typeface="Arial"/>
                <a:cs typeface="Arial"/>
              </a:defRPr>
            </a:lvl1pPr>
            <a:lvl2pPr algn="l">
              <a:defRPr sz="2700" b="1">
                <a:solidFill>
                  <a:srgbClr val="F2F7FA"/>
                </a:solidFill>
                <a:latin typeface="Arial"/>
                <a:ea typeface="Arial"/>
                <a:cs typeface="Arial"/>
              </a:defRPr>
            </a:lvl2pPr>
            <a:lvl3pPr algn="l">
              <a:defRPr sz="2700" b="1">
                <a:solidFill>
                  <a:srgbClr val="F2F7FA"/>
                </a:solidFill>
                <a:latin typeface="Arial"/>
                <a:ea typeface="Arial"/>
                <a:cs typeface="Arial"/>
              </a:defRPr>
            </a:lvl3pPr>
            <a:lvl4pPr algn="l">
              <a:defRPr sz="2700" b="1">
                <a:solidFill>
                  <a:srgbClr val="F2F7FA"/>
                </a:solidFill>
                <a:latin typeface="Arial"/>
                <a:ea typeface="Arial"/>
                <a:cs typeface="Arial"/>
              </a:defRPr>
            </a:lvl4pPr>
            <a:lvl5pPr algn="l">
              <a:defRPr sz="2700" b="1">
                <a:solidFill>
                  <a:srgbClr val="F2F7FA"/>
                </a:solidFill>
                <a:latin typeface="Arial"/>
                <a:ea typeface="Arial"/>
                <a:cs typeface="Arial"/>
              </a:defRPr>
            </a:lvl5pPr>
            <a:lvl6pPr algn="l">
              <a:defRPr sz="2700" b="1">
                <a:solidFill>
                  <a:srgbClr val="F2F7FA"/>
                </a:solidFill>
                <a:latin typeface="Arial"/>
                <a:ea typeface="Arial"/>
                <a:cs typeface="Arial"/>
              </a:defRPr>
            </a:lvl6pPr>
            <a:lvl7pPr algn="l">
              <a:defRPr sz="2700" b="1">
                <a:solidFill>
                  <a:srgbClr val="F2F7FA"/>
                </a:solidFill>
                <a:latin typeface="Arial"/>
                <a:ea typeface="Arial"/>
                <a:cs typeface="Arial"/>
              </a:defRPr>
            </a:lvl7pPr>
            <a:lvl8pPr algn="l">
              <a:defRPr sz="2700" b="1">
                <a:solidFill>
                  <a:srgbClr val="F2F7FA"/>
                </a:solidFill>
                <a:latin typeface="Arial"/>
                <a:ea typeface="Arial"/>
                <a:cs typeface="Arial"/>
              </a:defRPr>
            </a:lvl8pPr>
            <a:lvl9pPr algn="l">
              <a:defRPr sz="2700" b="1">
                <a:solidFill>
                  <a:srgbClr val="F2F7FA"/>
                </a:solidFill>
                <a:latin typeface="Arial"/>
                <a:ea typeface="Arial"/>
                <a:cs typeface="Arial"/>
              </a:defRPr>
            </a:lvl9pPr>
          </a:lstStyle>
          <a:p xmlns:a="http://schemas.openxmlformats.org/drawingml/2006/main">
            <a:pPr algn="l">
              <a:defRPr sz="2700" b="1">
                <a:solidFill>
                  <a:srgbClr val="F2F7FA"/>
                </a:solidFill>
                <a:latin typeface="Arial"/>
                <a:ea typeface="Arial"/>
                <a:cs typeface="Arial"/>
              </a:defRPr>
            </a:pPr>
            <a:r>
              <a:rPr sz="2700" b="1">
                <a:solidFill>
                  <a:srgbClr val="F2F7FA"/>
                </a:solidFill>
                <a:latin typeface="Arial"/>
                <a:ea typeface="Arial"/>
                <a:cs typeface="Arial"/>
              </a:rPr>
              <a:t>Streaming faults need fast, inspectable alerts</a:t>
            </a:r>
          </a:p>
        </p:txBody>
      </p:sp>
      <p:sp>
        <p:nvSpPr>
          <p:cNvPr id="3" name="">
            <a:extLst xmlns:a="http://schemas.openxmlformats.org/drawingml/2006/main">
              <a:ext uri="{FF2B5EF4-FFF2-40B4-BE49-F238E27FC236}">
                <a16:creationId xmlns:a16="http://schemas.microsoft.com/office/drawing/2014/main" id="{7EF41502-2B42-47F0-9415-DBC7979C78F9}"/>
              </a:ext>
            </a:extLst>
          </p:cNvPr>
          <p:cNvSpPr>
            <a:spLocks xmlns:a="http://schemas.openxmlformats.org/drawingml/2006/main" noGrp="1"/>
          </p:cNvSpPr>
          <p:nvPr/>
        </p:nvSpPr>
        <p:spPr>
          <a:xfrm xmlns:a="http://schemas.openxmlformats.org/drawingml/2006/main">
            <a:off x="609600" y="1200150"/>
            <a:ext cx="10972800" cy="9525"/>
          </a:xfrm>
          <a:prstGeom xmlns:a="http://schemas.openxmlformats.org/drawingml/2006/main" prst="rect">
            <a:avLst/>
          </a:prstGeom>
          <a:solidFill xmlns:a="http://schemas.openxmlformats.org/drawingml/2006/main">
            <a:srgbClr val="284455"/>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141FFC5-069C-4B1C-8380-2DAA788FA5E6}"/>
              </a:ext>
            </a:extLst>
          </p:cNvPr>
          <p:cNvSpPr>
            <a:spLocks xmlns:a="http://schemas.openxmlformats.org/drawingml/2006/main" noGrp="1"/>
          </p:cNvSpPr>
          <p:nvPr/>
        </p:nvSpPr>
        <p:spPr>
          <a:xfrm xmlns:a="http://schemas.openxmlformats.org/drawingml/2006/main">
            <a:off x="609600" y="6496050"/>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00" b="0">
                <a:solidFill>
                  <a:srgbClr val="B2C4CF"/>
                </a:solidFill>
                <a:latin typeface="Arial"/>
                <a:ea typeface="Arial"/>
                <a:cs typeface="Arial"/>
              </a:defRPr>
            </a:defPPr>
            <a:lvl1pPr algn="r">
              <a:defRPr sz="900" b="0">
                <a:solidFill>
                  <a:srgbClr val="B2C4CF"/>
                </a:solidFill>
                <a:latin typeface="Arial"/>
                <a:ea typeface="Arial"/>
                <a:cs typeface="Arial"/>
              </a:defRPr>
            </a:lvl1pPr>
            <a:lvl2pPr algn="r">
              <a:defRPr sz="900" b="0">
                <a:solidFill>
                  <a:srgbClr val="B2C4CF"/>
                </a:solidFill>
                <a:latin typeface="Arial"/>
                <a:ea typeface="Arial"/>
                <a:cs typeface="Arial"/>
              </a:defRPr>
            </a:lvl2pPr>
            <a:lvl3pPr algn="r">
              <a:defRPr sz="900" b="0">
                <a:solidFill>
                  <a:srgbClr val="B2C4CF"/>
                </a:solidFill>
                <a:latin typeface="Arial"/>
                <a:ea typeface="Arial"/>
                <a:cs typeface="Arial"/>
              </a:defRPr>
            </a:lvl3pPr>
            <a:lvl4pPr algn="r">
              <a:defRPr sz="900" b="0">
                <a:solidFill>
                  <a:srgbClr val="B2C4CF"/>
                </a:solidFill>
                <a:latin typeface="Arial"/>
                <a:ea typeface="Arial"/>
                <a:cs typeface="Arial"/>
              </a:defRPr>
            </a:lvl4pPr>
            <a:lvl5pPr algn="r">
              <a:defRPr sz="900" b="0">
                <a:solidFill>
                  <a:srgbClr val="B2C4CF"/>
                </a:solidFill>
                <a:latin typeface="Arial"/>
                <a:ea typeface="Arial"/>
                <a:cs typeface="Arial"/>
              </a:defRPr>
            </a:lvl5pPr>
            <a:lvl6pPr algn="r">
              <a:defRPr sz="900" b="0">
                <a:solidFill>
                  <a:srgbClr val="B2C4CF"/>
                </a:solidFill>
                <a:latin typeface="Arial"/>
                <a:ea typeface="Arial"/>
                <a:cs typeface="Arial"/>
              </a:defRPr>
            </a:lvl6pPr>
            <a:lvl7pPr algn="r">
              <a:defRPr sz="900" b="0">
                <a:solidFill>
                  <a:srgbClr val="B2C4CF"/>
                </a:solidFill>
                <a:latin typeface="Arial"/>
                <a:ea typeface="Arial"/>
                <a:cs typeface="Arial"/>
              </a:defRPr>
            </a:lvl7pPr>
            <a:lvl8pPr algn="r">
              <a:defRPr sz="900" b="0">
                <a:solidFill>
                  <a:srgbClr val="B2C4CF"/>
                </a:solidFill>
                <a:latin typeface="Arial"/>
                <a:ea typeface="Arial"/>
                <a:cs typeface="Arial"/>
              </a:defRPr>
            </a:lvl8pPr>
            <a:lvl9pPr algn="r">
              <a:defRPr sz="900" b="0">
                <a:solidFill>
                  <a:srgbClr val="B2C4CF"/>
                </a:solidFill>
                <a:latin typeface="Arial"/>
                <a:ea typeface="Arial"/>
                <a:cs typeface="Arial"/>
              </a:defRPr>
            </a:lvl9pPr>
          </a:lstStyle>
          <a:p xmlns:a="http://schemas.openxmlformats.org/drawingml/2006/main">
            <a:pPr algn="r">
              <a:defRPr sz="900" b="0">
                <a:solidFill>
                  <a:srgbClr val="B2C4CF"/>
                </a:solidFill>
                <a:latin typeface="Arial"/>
                <a:ea typeface="Arial"/>
                <a:cs typeface="Arial"/>
              </a:defRPr>
            </a:pPr>
            <a:r>
              <a:rPr sz="900" b="0">
                <a:solidFill>
                  <a:srgbClr val="B2C4CF"/>
                </a:solidFill>
                <a:latin typeface="Arial"/>
                <a:ea typeface="Arial"/>
                <a:cs typeface="Arial"/>
              </a:rPr>
              <a:t>UTKRISHTA 2026  ·  CHALLENGE 2  ·  02 / 10</a:t>
            </a:r>
          </a:p>
        </p:txBody>
      </p:sp>
      <p:sp>
        <p:nvSpPr>
          <p:cNvPr id="5" name="">
            <a:extLst xmlns:a="http://schemas.openxmlformats.org/drawingml/2006/main">
              <a:ext uri="{FF2B5EF4-FFF2-40B4-BE49-F238E27FC236}">
                <a16:creationId xmlns:a16="http://schemas.microsoft.com/office/drawing/2014/main" id="{1FBEEDCD-CEC8-4465-9230-11EB48A1AC55}"/>
              </a:ext>
            </a:extLst>
          </p:cNvPr>
          <p:cNvSpPr>
            <a:spLocks xmlns:a="http://schemas.openxmlformats.org/drawingml/2006/main" noGrp="1"/>
          </p:cNvSpPr>
          <p:nvPr/>
        </p:nvSpPr>
        <p:spPr>
          <a:xfrm xmlns:a="http://schemas.openxmlformats.org/drawingml/2006/main">
            <a:off x="647700" y="1438275"/>
            <a:ext cx="10572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B2C4CF"/>
                </a:solidFill>
                <a:latin typeface="Arial"/>
                <a:ea typeface="Arial"/>
                <a:cs typeface="Arial"/>
              </a:defRPr>
            </a:defPPr>
            <a:lvl1pPr algn="l">
              <a:defRPr sz="1725" b="0">
                <a:solidFill>
                  <a:srgbClr val="B2C4CF"/>
                </a:solidFill>
                <a:latin typeface="Arial"/>
                <a:ea typeface="Arial"/>
                <a:cs typeface="Arial"/>
              </a:defRPr>
            </a:lvl1pPr>
            <a:lvl2pPr algn="l">
              <a:defRPr sz="1725" b="0">
                <a:solidFill>
                  <a:srgbClr val="B2C4CF"/>
                </a:solidFill>
                <a:latin typeface="Arial"/>
                <a:ea typeface="Arial"/>
                <a:cs typeface="Arial"/>
              </a:defRPr>
            </a:lvl2pPr>
            <a:lvl3pPr algn="l">
              <a:defRPr sz="1725" b="0">
                <a:solidFill>
                  <a:srgbClr val="B2C4CF"/>
                </a:solidFill>
                <a:latin typeface="Arial"/>
                <a:ea typeface="Arial"/>
                <a:cs typeface="Arial"/>
              </a:defRPr>
            </a:lvl3pPr>
            <a:lvl4pPr algn="l">
              <a:defRPr sz="1725" b="0">
                <a:solidFill>
                  <a:srgbClr val="B2C4CF"/>
                </a:solidFill>
                <a:latin typeface="Arial"/>
                <a:ea typeface="Arial"/>
                <a:cs typeface="Arial"/>
              </a:defRPr>
            </a:lvl4pPr>
            <a:lvl5pPr algn="l">
              <a:defRPr sz="1725" b="0">
                <a:solidFill>
                  <a:srgbClr val="B2C4CF"/>
                </a:solidFill>
                <a:latin typeface="Arial"/>
                <a:ea typeface="Arial"/>
                <a:cs typeface="Arial"/>
              </a:defRPr>
            </a:lvl5pPr>
            <a:lvl6pPr algn="l">
              <a:defRPr sz="1725" b="0">
                <a:solidFill>
                  <a:srgbClr val="B2C4CF"/>
                </a:solidFill>
                <a:latin typeface="Arial"/>
                <a:ea typeface="Arial"/>
                <a:cs typeface="Arial"/>
              </a:defRPr>
            </a:lvl6pPr>
            <a:lvl7pPr algn="l">
              <a:defRPr sz="1725" b="0">
                <a:solidFill>
                  <a:srgbClr val="B2C4CF"/>
                </a:solidFill>
                <a:latin typeface="Arial"/>
                <a:ea typeface="Arial"/>
                <a:cs typeface="Arial"/>
              </a:defRPr>
            </a:lvl7pPr>
            <a:lvl8pPr algn="l">
              <a:defRPr sz="1725" b="0">
                <a:solidFill>
                  <a:srgbClr val="B2C4CF"/>
                </a:solidFill>
                <a:latin typeface="Arial"/>
                <a:ea typeface="Arial"/>
                <a:cs typeface="Arial"/>
              </a:defRPr>
            </a:lvl8pPr>
            <a:lvl9pPr algn="l">
              <a:defRPr sz="1725" b="0">
                <a:solidFill>
                  <a:srgbClr val="B2C4CF"/>
                </a:solidFill>
                <a:latin typeface="Arial"/>
                <a:ea typeface="Arial"/>
                <a:cs typeface="Arial"/>
              </a:defRPr>
            </a:lvl9pPr>
          </a:lstStyle>
          <a:p xmlns:a="http://schemas.openxmlformats.org/drawingml/2006/main">
            <a:pPr algn="l">
              <a:defRPr sz="1725" b="0">
                <a:solidFill>
                  <a:srgbClr val="B2C4CF"/>
                </a:solidFill>
                <a:latin typeface="Arial"/>
                <a:ea typeface="Arial"/>
                <a:cs typeface="Arial"/>
              </a:defRPr>
            </a:pPr>
            <a:r>
              <a:rPr sz="1725" b="0">
                <a:solidFill>
                  <a:srgbClr val="B2C4CF"/>
                </a:solidFill>
                <a:latin typeface="Arial"/>
                <a:ea typeface="Arial"/>
                <a:cs typeface="Arial"/>
              </a:rPr>
              <a:t>A useful detector must balance event coverage, false alerts, time-to-trigger and per-window runtime.</a:t>
            </a:r>
          </a:p>
        </p:txBody>
      </p:sp>
      <p:sp>
        <p:nvSpPr>
          <p:cNvPr id="6" name="">
            <a:extLst xmlns:a="http://schemas.openxmlformats.org/drawingml/2006/main">
              <a:ext uri="{FF2B5EF4-FFF2-40B4-BE49-F238E27FC236}">
                <a16:creationId xmlns:a16="http://schemas.microsoft.com/office/drawing/2014/main" id="{B1429D1D-AC61-4D48-AF36-2FC80DC7E959}"/>
              </a:ext>
            </a:extLst>
          </p:cNvPr>
          <p:cNvSpPr>
            <a:spLocks xmlns:a="http://schemas.openxmlformats.org/drawingml/2006/main" noGrp="1"/>
          </p:cNvSpPr>
          <p:nvPr/>
        </p:nvSpPr>
        <p:spPr>
          <a:xfrm xmlns:a="http://schemas.openxmlformats.org/drawingml/2006/main">
            <a:off x="647700" y="2076450"/>
            <a:ext cx="5286375" cy="3381375"/>
          </a:xfrm>
          <a:prstGeom xmlns:a="http://schemas.openxmlformats.org/drawingml/2006/main" prst="roundRect">
            <a:avLst>
              <a:gd name="adj" fmla="val 2254"/>
            </a:avLst>
          </a:prstGeom>
          <a:solidFill xmlns:a="http://schemas.openxmlformats.org/drawingml/2006/main">
            <a:srgbClr val="102332"/>
          </a:solidFill>
          <a:ln xmlns:a="http://schemas.openxmlformats.org/drawingml/2006/main" w="9525">
            <a:solidFill>
              <a:srgbClr val="284455"/>
            </a:solidFill>
            <a:prstDash val="solid"/>
          </a:ln>
        </p:spPr>
      </p:sp>
      <p:sp>
        <p:nvSpPr>
          <p:cNvPr id="7" name="">
            <a:extLst xmlns:a="http://schemas.openxmlformats.org/drawingml/2006/main">
              <a:ext uri="{FF2B5EF4-FFF2-40B4-BE49-F238E27FC236}">
                <a16:creationId xmlns:a16="http://schemas.microsoft.com/office/drawing/2014/main" id="{4B79153F-9C8D-45E7-9336-61CBBC1C9B99}"/>
              </a:ext>
            </a:extLst>
          </p:cNvPr>
          <p:cNvSpPr>
            <a:spLocks xmlns:a="http://schemas.openxmlformats.org/drawingml/2006/main" noGrp="1"/>
          </p:cNvSpPr>
          <p:nvPr/>
        </p:nvSpPr>
        <p:spPr>
          <a:xfrm xmlns:a="http://schemas.openxmlformats.org/drawingml/2006/main">
            <a:off x="647700" y="2076450"/>
            <a:ext cx="38100" cy="3381375"/>
          </a:xfrm>
          <a:prstGeom xmlns:a="http://schemas.openxmlformats.org/drawingml/2006/main" prst="rect">
            <a:avLst/>
          </a:prstGeom>
          <a:solidFill xmlns:a="http://schemas.openxmlformats.org/drawingml/2006/main">
            <a:srgbClr val="36D9D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E97653A5-1DD8-433B-8C79-885DF2425F06}"/>
              </a:ext>
            </a:extLst>
          </p:cNvPr>
          <p:cNvSpPr>
            <a:spLocks xmlns:a="http://schemas.openxmlformats.org/drawingml/2006/main" noGrp="1"/>
          </p:cNvSpPr>
          <p:nvPr/>
        </p:nvSpPr>
        <p:spPr>
          <a:xfrm xmlns:a="http://schemas.openxmlformats.org/drawingml/2006/main">
            <a:off x="895350" y="2286000"/>
            <a:ext cx="466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1">
                <a:solidFill>
                  <a:srgbClr val="36D9D0"/>
                </a:solidFill>
                <a:latin typeface="Arial"/>
                <a:ea typeface="Arial"/>
                <a:cs typeface="Arial"/>
              </a:defRPr>
            </a:defPPr>
            <a:lvl1pPr algn="l">
              <a:defRPr sz="1275" b="1">
                <a:solidFill>
                  <a:srgbClr val="36D9D0"/>
                </a:solidFill>
                <a:latin typeface="Arial"/>
                <a:ea typeface="Arial"/>
                <a:cs typeface="Arial"/>
              </a:defRPr>
            </a:lvl1pPr>
            <a:lvl2pPr algn="l">
              <a:defRPr sz="1275" b="1">
                <a:solidFill>
                  <a:srgbClr val="36D9D0"/>
                </a:solidFill>
                <a:latin typeface="Arial"/>
                <a:ea typeface="Arial"/>
                <a:cs typeface="Arial"/>
              </a:defRPr>
            </a:lvl2pPr>
            <a:lvl3pPr algn="l">
              <a:defRPr sz="1275" b="1">
                <a:solidFill>
                  <a:srgbClr val="36D9D0"/>
                </a:solidFill>
                <a:latin typeface="Arial"/>
                <a:ea typeface="Arial"/>
                <a:cs typeface="Arial"/>
              </a:defRPr>
            </a:lvl3pPr>
            <a:lvl4pPr algn="l">
              <a:defRPr sz="1275" b="1">
                <a:solidFill>
                  <a:srgbClr val="36D9D0"/>
                </a:solidFill>
                <a:latin typeface="Arial"/>
                <a:ea typeface="Arial"/>
                <a:cs typeface="Arial"/>
              </a:defRPr>
            </a:lvl4pPr>
            <a:lvl5pPr algn="l">
              <a:defRPr sz="1275" b="1">
                <a:solidFill>
                  <a:srgbClr val="36D9D0"/>
                </a:solidFill>
                <a:latin typeface="Arial"/>
                <a:ea typeface="Arial"/>
                <a:cs typeface="Arial"/>
              </a:defRPr>
            </a:lvl5pPr>
            <a:lvl6pPr algn="l">
              <a:defRPr sz="1275" b="1">
                <a:solidFill>
                  <a:srgbClr val="36D9D0"/>
                </a:solidFill>
                <a:latin typeface="Arial"/>
                <a:ea typeface="Arial"/>
                <a:cs typeface="Arial"/>
              </a:defRPr>
            </a:lvl6pPr>
            <a:lvl7pPr algn="l">
              <a:defRPr sz="1275" b="1">
                <a:solidFill>
                  <a:srgbClr val="36D9D0"/>
                </a:solidFill>
                <a:latin typeface="Arial"/>
                <a:ea typeface="Arial"/>
                <a:cs typeface="Arial"/>
              </a:defRPr>
            </a:lvl7pPr>
            <a:lvl8pPr algn="l">
              <a:defRPr sz="1275" b="1">
                <a:solidFill>
                  <a:srgbClr val="36D9D0"/>
                </a:solidFill>
                <a:latin typeface="Arial"/>
                <a:ea typeface="Arial"/>
                <a:cs typeface="Arial"/>
              </a:defRPr>
            </a:lvl8pPr>
            <a:lvl9pPr algn="l">
              <a:defRPr sz="1275" b="1">
                <a:solidFill>
                  <a:srgbClr val="36D9D0"/>
                </a:solidFill>
                <a:latin typeface="Arial"/>
                <a:ea typeface="Arial"/>
                <a:cs typeface="Arial"/>
              </a:defRPr>
            </a:lvl9pPr>
          </a:lstStyle>
          <a:p xmlns:a="http://schemas.openxmlformats.org/drawingml/2006/main">
            <a:pPr algn="l">
              <a:defRPr sz="1275" b="1">
                <a:solidFill>
                  <a:srgbClr val="36D9D0"/>
                </a:solidFill>
                <a:latin typeface="Arial"/>
                <a:ea typeface="Arial"/>
                <a:cs typeface="Arial"/>
              </a:defRPr>
            </a:pPr>
            <a:r>
              <a:rPr sz="1275" b="1">
                <a:solidFill>
                  <a:srgbClr val="36D9D0"/>
                </a:solidFill>
                <a:latin typeface="Arial"/>
                <a:ea typeface="Arial"/>
                <a:cs typeface="Arial"/>
              </a:rPr>
              <a:t>THE OPERATIONAL QUESTION</a:t>
            </a:r>
          </a:p>
        </p:txBody>
      </p:sp>
      <p:sp>
        <p:nvSpPr>
          <p:cNvPr id="9" name="">
            <a:extLst xmlns:a="http://schemas.openxmlformats.org/drawingml/2006/main">
              <a:ext uri="{FF2B5EF4-FFF2-40B4-BE49-F238E27FC236}">
                <a16:creationId xmlns:a16="http://schemas.microsoft.com/office/drawing/2014/main" id="{37F04237-61F5-4105-99B9-7DD70E674E73}"/>
              </a:ext>
            </a:extLst>
          </p:cNvPr>
          <p:cNvSpPr>
            <a:spLocks xmlns:a="http://schemas.openxmlformats.org/drawingml/2006/main" noGrp="1"/>
          </p:cNvSpPr>
          <p:nvPr/>
        </p:nvSpPr>
        <p:spPr>
          <a:xfrm xmlns:a="http://schemas.openxmlformats.org/drawingml/2006/main">
            <a:off x="914400" y="2876550"/>
            <a:ext cx="85725" cy="85725"/>
          </a:xfrm>
          <a:prstGeom xmlns:a="http://schemas.openxmlformats.org/drawingml/2006/main" prst="ellipse">
            <a:avLst/>
          </a:prstGeom>
          <a:solidFill xmlns:a="http://schemas.openxmlformats.org/drawingml/2006/main">
            <a:srgbClr val="36D9D0"/>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E5A55C03-1803-4489-91E6-CC58346F9F8F}"/>
              </a:ext>
            </a:extLst>
          </p:cNvPr>
          <p:cNvSpPr>
            <a:spLocks xmlns:a="http://schemas.openxmlformats.org/drawingml/2006/main" noGrp="1"/>
          </p:cNvSpPr>
          <p:nvPr/>
        </p:nvSpPr>
        <p:spPr>
          <a:xfrm xmlns:a="http://schemas.openxmlformats.org/drawingml/2006/main">
            <a:off x="1123950" y="2790825"/>
            <a:ext cx="43624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F2F7FA"/>
                </a:solidFill>
                <a:latin typeface="Arial"/>
                <a:ea typeface="Arial"/>
                <a:cs typeface="Arial"/>
              </a:defRPr>
            </a:defPPr>
            <a:lvl1pPr algn="l">
              <a:defRPr sz="1725" b="0">
                <a:solidFill>
                  <a:srgbClr val="F2F7FA"/>
                </a:solidFill>
                <a:latin typeface="Arial"/>
                <a:ea typeface="Arial"/>
                <a:cs typeface="Arial"/>
              </a:defRPr>
            </a:lvl1pPr>
            <a:lvl2pPr algn="l">
              <a:defRPr sz="1725" b="0">
                <a:solidFill>
                  <a:srgbClr val="F2F7FA"/>
                </a:solidFill>
                <a:latin typeface="Arial"/>
                <a:ea typeface="Arial"/>
                <a:cs typeface="Arial"/>
              </a:defRPr>
            </a:lvl2pPr>
            <a:lvl3pPr algn="l">
              <a:defRPr sz="1725" b="0">
                <a:solidFill>
                  <a:srgbClr val="F2F7FA"/>
                </a:solidFill>
                <a:latin typeface="Arial"/>
                <a:ea typeface="Arial"/>
                <a:cs typeface="Arial"/>
              </a:defRPr>
            </a:lvl3pPr>
            <a:lvl4pPr algn="l">
              <a:defRPr sz="1725" b="0">
                <a:solidFill>
                  <a:srgbClr val="F2F7FA"/>
                </a:solidFill>
                <a:latin typeface="Arial"/>
                <a:ea typeface="Arial"/>
                <a:cs typeface="Arial"/>
              </a:defRPr>
            </a:lvl4pPr>
            <a:lvl5pPr algn="l">
              <a:defRPr sz="1725" b="0">
                <a:solidFill>
                  <a:srgbClr val="F2F7FA"/>
                </a:solidFill>
                <a:latin typeface="Arial"/>
                <a:ea typeface="Arial"/>
                <a:cs typeface="Arial"/>
              </a:defRPr>
            </a:lvl5pPr>
            <a:lvl6pPr algn="l">
              <a:defRPr sz="1725" b="0">
                <a:solidFill>
                  <a:srgbClr val="F2F7FA"/>
                </a:solidFill>
                <a:latin typeface="Arial"/>
                <a:ea typeface="Arial"/>
                <a:cs typeface="Arial"/>
              </a:defRPr>
            </a:lvl6pPr>
            <a:lvl7pPr algn="l">
              <a:defRPr sz="1725" b="0">
                <a:solidFill>
                  <a:srgbClr val="F2F7FA"/>
                </a:solidFill>
                <a:latin typeface="Arial"/>
                <a:ea typeface="Arial"/>
                <a:cs typeface="Arial"/>
              </a:defRPr>
            </a:lvl7pPr>
            <a:lvl8pPr algn="l">
              <a:defRPr sz="1725" b="0">
                <a:solidFill>
                  <a:srgbClr val="F2F7FA"/>
                </a:solidFill>
                <a:latin typeface="Arial"/>
                <a:ea typeface="Arial"/>
                <a:cs typeface="Arial"/>
              </a:defRPr>
            </a:lvl8pPr>
            <a:lvl9pPr algn="l">
              <a:defRPr sz="1725" b="0">
                <a:solidFill>
                  <a:srgbClr val="F2F7FA"/>
                </a:solidFill>
                <a:latin typeface="Arial"/>
                <a:ea typeface="Arial"/>
                <a:cs typeface="Arial"/>
              </a:defRPr>
            </a:lvl9pPr>
          </a:lstStyle>
          <a:p xmlns:a="http://schemas.openxmlformats.org/drawingml/2006/main">
            <a:pPr algn="l">
              <a:defRPr sz="1725" b="0">
                <a:solidFill>
                  <a:srgbClr val="F2F7FA"/>
                </a:solidFill>
                <a:latin typeface="Arial"/>
                <a:ea typeface="Arial"/>
                <a:cs typeface="Arial"/>
              </a:defRPr>
            </a:pPr>
            <a:r>
              <a:rPr sz="1725" b="0">
                <a:solidFill>
                  <a:srgbClr val="F2F7FA"/>
                </a:solidFill>
                <a:latin typeface="Arial"/>
                <a:ea typeface="Arial"/>
                <a:cs typeface="Arial"/>
              </a:rPr>
              <a:t>What changed from the recent baseline?</a:t>
            </a:r>
          </a:p>
        </p:txBody>
      </p:sp>
      <p:sp>
        <p:nvSpPr>
          <p:cNvPr id="11" name="">
            <a:extLst xmlns:a="http://schemas.openxmlformats.org/drawingml/2006/main">
              <a:ext uri="{FF2B5EF4-FFF2-40B4-BE49-F238E27FC236}">
                <a16:creationId xmlns:a16="http://schemas.microsoft.com/office/drawing/2014/main" id="{F1F09C48-539F-4231-993A-4EF94C219B96}"/>
              </a:ext>
            </a:extLst>
          </p:cNvPr>
          <p:cNvSpPr>
            <a:spLocks xmlns:a="http://schemas.openxmlformats.org/drawingml/2006/main" noGrp="1"/>
          </p:cNvSpPr>
          <p:nvPr/>
        </p:nvSpPr>
        <p:spPr>
          <a:xfrm xmlns:a="http://schemas.openxmlformats.org/drawingml/2006/main">
            <a:off x="914400" y="3400425"/>
            <a:ext cx="85725" cy="85725"/>
          </a:xfrm>
          <a:prstGeom xmlns:a="http://schemas.openxmlformats.org/drawingml/2006/main" prst="ellipse">
            <a:avLst/>
          </a:prstGeom>
          <a:solidFill xmlns:a="http://schemas.openxmlformats.org/drawingml/2006/main">
            <a:srgbClr val="36D9D0"/>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ECC9465D-34F6-4B28-B23F-D2B913F51BF3}"/>
              </a:ext>
            </a:extLst>
          </p:cNvPr>
          <p:cNvSpPr>
            <a:spLocks xmlns:a="http://schemas.openxmlformats.org/drawingml/2006/main" noGrp="1"/>
          </p:cNvSpPr>
          <p:nvPr/>
        </p:nvSpPr>
        <p:spPr>
          <a:xfrm xmlns:a="http://schemas.openxmlformats.org/drawingml/2006/main">
            <a:off x="1123950" y="3314700"/>
            <a:ext cx="43624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F2F7FA"/>
                </a:solidFill>
                <a:latin typeface="Arial"/>
                <a:ea typeface="Arial"/>
                <a:cs typeface="Arial"/>
              </a:defRPr>
            </a:defPPr>
            <a:lvl1pPr algn="l">
              <a:defRPr sz="1725" b="0">
                <a:solidFill>
                  <a:srgbClr val="F2F7FA"/>
                </a:solidFill>
                <a:latin typeface="Arial"/>
                <a:ea typeface="Arial"/>
                <a:cs typeface="Arial"/>
              </a:defRPr>
            </a:lvl1pPr>
            <a:lvl2pPr algn="l">
              <a:defRPr sz="1725" b="0">
                <a:solidFill>
                  <a:srgbClr val="F2F7FA"/>
                </a:solidFill>
                <a:latin typeface="Arial"/>
                <a:ea typeface="Arial"/>
                <a:cs typeface="Arial"/>
              </a:defRPr>
            </a:lvl2pPr>
            <a:lvl3pPr algn="l">
              <a:defRPr sz="1725" b="0">
                <a:solidFill>
                  <a:srgbClr val="F2F7FA"/>
                </a:solidFill>
                <a:latin typeface="Arial"/>
                <a:ea typeface="Arial"/>
                <a:cs typeface="Arial"/>
              </a:defRPr>
            </a:lvl3pPr>
            <a:lvl4pPr algn="l">
              <a:defRPr sz="1725" b="0">
                <a:solidFill>
                  <a:srgbClr val="F2F7FA"/>
                </a:solidFill>
                <a:latin typeface="Arial"/>
                <a:ea typeface="Arial"/>
                <a:cs typeface="Arial"/>
              </a:defRPr>
            </a:lvl4pPr>
            <a:lvl5pPr algn="l">
              <a:defRPr sz="1725" b="0">
                <a:solidFill>
                  <a:srgbClr val="F2F7FA"/>
                </a:solidFill>
                <a:latin typeface="Arial"/>
                <a:ea typeface="Arial"/>
                <a:cs typeface="Arial"/>
              </a:defRPr>
            </a:lvl5pPr>
            <a:lvl6pPr algn="l">
              <a:defRPr sz="1725" b="0">
                <a:solidFill>
                  <a:srgbClr val="F2F7FA"/>
                </a:solidFill>
                <a:latin typeface="Arial"/>
                <a:ea typeface="Arial"/>
                <a:cs typeface="Arial"/>
              </a:defRPr>
            </a:lvl6pPr>
            <a:lvl7pPr algn="l">
              <a:defRPr sz="1725" b="0">
                <a:solidFill>
                  <a:srgbClr val="F2F7FA"/>
                </a:solidFill>
                <a:latin typeface="Arial"/>
                <a:ea typeface="Arial"/>
                <a:cs typeface="Arial"/>
              </a:defRPr>
            </a:lvl7pPr>
            <a:lvl8pPr algn="l">
              <a:defRPr sz="1725" b="0">
                <a:solidFill>
                  <a:srgbClr val="F2F7FA"/>
                </a:solidFill>
                <a:latin typeface="Arial"/>
                <a:ea typeface="Arial"/>
                <a:cs typeface="Arial"/>
              </a:defRPr>
            </a:lvl8pPr>
            <a:lvl9pPr algn="l">
              <a:defRPr sz="1725" b="0">
                <a:solidFill>
                  <a:srgbClr val="F2F7FA"/>
                </a:solidFill>
                <a:latin typeface="Arial"/>
                <a:ea typeface="Arial"/>
                <a:cs typeface="Arial"/>
              </a:defRPr>
            </a:lvl9pPr>
          </a:lstStyle>
          <a:p xmlns:a="http://schemas.openxmlformats.org/drawingml/2006/main">
            <a:pPr algn="l">
              <a:defRPr sz="1725" b="0">
                <a:solidFill>
                  <a:srgbClr val="F2F7FA"/>
                </a:solidFill>
                <a:latin typeface="Arial"/>
                <a:ea typeface="Arial"/>
                <a:cs typeface="Arial"/>
              </a:defRPr>
            </a:pPr>
            <a:r>
              <a:rPr sz="1725" b="0">
                <a:solidFill>
                  <a:srgbClr val="F2F7FA"/>
                </a:solidFill>
                <a:latin typeface="Arial"/>
                <a:ea typeface="Arial"/>
                <a:cs typeface="Arial"/>
              </a:rPr>
              <a:t>Did it happen inside an event window?</a:t>
            </a:r>
          </a:p>
        </p:txBody>
      </p:sp>
      <p:sp>
        <p:nvSpPr>
          <p:cNvPr id="13" name="">
            <a:extLst xmlns:a="http://schemas.openxmlformats.org/drawingml/2006/main">
              <a:ext uri="{FF2B5EF4-FFF2-40B4-BE49-F238E27FC236}">
                <a16:creationId xmlns:a16="http://schemas.microsoft.com/office/drawing/2014/main" id="{CC3DD044-FDAA-41D5-93E6-1CA970C49D8C}"/>
              </a:ext>
            </a:extLst>
          </p:cNvPr>
          <p:cNvSpPr>
            <a:spLocks xmlns:a="http://schemas.openxmlformats.org/drawingml/2006/main" noGrp="1"/>
          </p:cNvSpPr>
          <p:nvPr/>
        </p:nvSpPr>
        <p:spPr>
          <a:xfrm xmlns:a="http://schemas.openxmlformats.org/drawingml/2006/main">
            <a:off x="914400" y="3924300"/>
            <a:ext cx="85725" cy="85725"/>
          </a:xfrm>
          <a:prstGeom xmlns:a="http://schemas.openxmlformats.org/drawingml/2006/main" prst="ellipse">
            <a:avLst/>
          </a:prstGeom>
          <a:solidFill xmlns:a="http://schemas.openxmlformats.org/drawingml/2006/main">
            <a:srgbClr val="36D9D0"/>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5C844023-34CD-42E0-96E9-6F2E0718532B}"/>
              </a:ext>
            </a:extLst>
          </p:cNvPr>
          <p:cNvSpPr>
            <a:spLocks xmlns:a="http://schemas.openxmlformats.org/drawingml/2006/main" noGrp="1"/>
          </p:cNvSpPr>
          <p:nvPr/>
        </p:nvSpPr>
        <p:spPr>
          <a:xfrm xmlns:a="http://schemas.openxmlformats.org/drawingml/2006/main">
            <a:off x="1123950" y="3838575"/>
            <a:ext cx="43624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F2F7FA"/>
                </a:solidFill>
                <a:latin typeface="Arial"/>
                <a:ea typeface="Arial"/>
                <a:cs typeface="Arial"/>
              </a:defRPr>
            </a:defPPr>
            <a:lvl1pPr algn="l">
              <a:defRPr sz="1725" b="0">
                <a:solidFill>
                  <a:srgbClr val="F2F7FA"/>
                </a:solidFill>
                <a:latin typeface="Arial"/>
                <a:ea typeface="Arial"/>
                <a:cs typeface="Arial"/>
              </a:defRPr>
            </a:lvl1pPr>
            <a:lvl2pPr algn="l">
              <a:defRPr sz="1725" b="0">
                <a:solidFill>
                  <a:srgbClr val="F2F7FA"/>
                </a:solidFill>
                <a:latin typeface="Arial"/>
                <a:ea typeface="Arial"/>
                <a:cs typeface="Arial"/>
              </a:defRPr>
            </a:lvl2pPr>
            <a:lvl3pPr algn="l">
              <a:defRPr sz="1725" b="0">
                <a:solidFill>
                  <a:srgbClr val="F2F7FA"/>
                </a:solidFill>
                <a:latin typeface="Arial"/>
                <a:ea typeface="Arial"/>
                <a:cs typeface="Arial"/>
              </a:defRPr>
            </a:lvl3pPr>
            <a:lvl4pPr algn="l">
              <a:defRPr sz="1725" b="0">
                <a:solidFill>
                  <a:srgbClr val="F2F7FA"/>
                </a:solidFill>
                <a:latin typeface="Arial"/>
                <a:ea typeface="Arial"/>
                <a:cs typeface="Arial"/>
              </a:defRPr>
            </a:lvl4pPr>
            <a:lvl5pPr algn="l">
              <a:defRPr sz="1725" b="0">
                <a:solidFill>
                  <a:srgbClr val="F2F7FA"/>
                </a:solidFill>
                <a:latin typeface="Arial"/>
                <a:ea typeface="Arial"/>
                <a:cs typeface="Arial"/>
              </a:defRPr>
            </a:lvl5pPr>
            <a:lvl6pPr algn="l">
              <a:defRPr sz="1725" b="0">
                <a:solidFill>
                  <a:srgbClr val="F2F7FA"/>
                </a:solidFill>
                <a:latin typeface="Arial"/>
                <a:ea typeface="Arial"/>
                <a:cs typeface="Arial"/>
              </a:defRPr>
            </a:lvl6pPr>
            <a:lvl7pPr algn="l">
              <a:defRPr sz="1725" b="0">
                <a:solidFill>
                  <a:srgbClr val="F2F7FA"/>
                </a:solidFill>
                <a:latin typeface="Arial"/>
                <a:ea typeface="Arial"/>
                <a:cs typeface="Arial"/>
              </a:defRPr>
            </a:lvl7pPr>
            <a:lvl8pPr algn="l">
              <a:defRPr sz="1725" b="0">
                <a:solidFill>
                  <a:srgbClr val="F2F7FA"/>
                </a:solidFill>
                <a:latin typeface="Arial"/>
                <a:ea typeface="Arial"/>
                <a:cs typeface="Arial"/>
              </a:defRPr>
            </a:lvl8pPr>
            <a:lvl9pPr algn="l">
              <a:defRPr sz="1725" b="0">
                <a:solidFill>
                  <a:srgbClr val="F2F7FA"/>
                </a:solidFill>
                <a:latin typeface="Arial"/>
                <a:ea typeface="Arial"/>
                <a:cs typeface="Arial"/>
              </a:defRPr>
            </a:lvl9pPr>
          </a:lstStyle>
          <a:p xmlns:a="http://schemas.openxmlformats.org/drawingml/2006/main">
            <a:pPr algn="l">
              <a:defRPr sz="1725" b="0">
                <a:solidFill>
                  <a:srgbClr val="F2F7FA"/>
                </a:solidFill>
                <a:latin typeface="Arial"/>
                <a:ea typeface="Arial"/>
                <a:cs typeface="Arial"/>
              </a:defRPr>
            </a:pPr>
            <a:r>
              <a:rPr sz="1725" b="0">
                <a:solidFill>
                  <a:srgbClr val="F2F7FA"/>
                </a:solidFill>
                <a:latin typeface="Arial"/>
                <a:ea typeface="Arial"/>
                <a:cs typeface="Arial"/>
              </a:rPr>
              <a:t>How soon did the first alert arrive?</a:t>
            </a:r>
          </a:p>
        </p:txBody>
      </p:sp>
      <p:sp>
        <p:nvSpPr>
          <p:cNvPr id="15" name="">
            <a:extLst xmlns:a="http://schemas.openxmlformats.org/drawingml/2006/main">
              <a:ext uri="{FF2B5EF4-FFF2-40B4-BE49-F238E27FC236}">
                <a16:creationId xmlns:a16="http://schemas.microsoft.com/office/drawing/2014/main" id="{012DDC88-599F-40E8-964C-45A58AD69334}"/>
              </a:ext>
            </a:extLst>
          </p:cNvPr>
          <p:cNvSpPr>
            <a:spLocks xmlns:a="http://schemas.openxmlformats.org/drawingml/2006/main" noGrp="1"/>
          </p:cNvSpPr>
          <p:nvPr/>
        </p:nvSpPr>
        <p:spPr>
          <a:xfrm xmlns:a="http://schemas.openxmlformats.org/drawingml/2006/main">
            <a:off x="914400" y="4448175"/>
            <a:ext cx="85725" cy="85725"/>
          </a:xfrm>
          <a:prstGeom xmlns:a="http://schemas.openxmlformats.org/drawingml/2006/main" prst="ellipse">
            <a:avLst/>
          </a:prstGeom>
          <a:solidFill xmlns:a="http://schemas.openxmlformats.org/drawingml/2006/main">
            <a:srgbClr val="36D9D0"/>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10C67F89-DBBF-4EFA-89D5-EA2C68C21E59}"/>
              </a:ext>
            </a:extLst>
          </p:cNvPr>
          <p:cNvSpPr>
            <a:spLocks xmlns:a="http://schemas.openxmlformats.org/drawingml/2006/main" noGrp="1"/>
          </p:cNvSpPr>
          <p:nvPr/>
        </p:nvSpPr>
        <p:spPr>
          <a:xfrm xmlns:a="http://schemas.openxmlformats.org/drawingml/2006/main">
            <a:off x="1123950" y="4362450"/>
            <a:ext cx="43624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F2F7FA"/>
                </a:solidFill>
                <a:latin typeface="Arial"/>
                <a:ea typeface="Arial"/>
                <a:cs typeface="Arial"/>
              </a:defRPr>
            </a:defPPr>
            <a:lvl1pPr algn="l">
              <a:defRPr sz="1725" b="0">
                <a:solidFill>
                  <a:srgbClr val="F2F7FA"/>
                </a:solidFill>
                <a:latin typeface="Arial"/>
                <a:ea typeface="Arial"/>
                <a:cs typeface="Arial"/>
              </a:defRPr>
            </a:lvl1pPr>
            <a:lvl2pPr algn="l">
              <a:defRPr sz="1725" b="0">
                <a:solidFill>
                  <a:srgbClr val="F2F7FA"/>
                </a:solidFill>
                <a:latin typeface="Arial"/>
                <a:ea typeface="Arial"/>
                <a:cs typeface="Arial"/>
              </a:defRPr>
            </a:lvl2pPr>
            <a:lvl3pPr algn="l">
              <a:defRPr sz="1725" b="0">
                <a:solidFill>
                  <a:srgbClr val="F2F7FA"/>
                </a:solidFill>
                <a:latin typeface="Arial"/>
                <a:ea typeface="Arial"/>
                <a:cs typeface="Arial"/>
              </a:defRPr>
            </a:lvl3pPr>
            <a:lvl4pPr algn="l">
              <a:defRPr sz="1725" b="0">
                <a:solidFill>
                  <a:srgbClr val="F2F7FA"/>
                </a:solidFill>
                <a:latin typeface="Arial"/>
                <a:ea typeface="Arial"/>
                <a:cs typeface="Arial"/>
              </a:defRPr>
            </a:lvl4pPr>
            <a:lvl5pPr algn="l">
              <a:defRPr sz="1725" b="0">
                <a:solidFill>
                  <a:srgbClr val="F2F7FA"/>
                </a:solidFill>
                <a:latin typeface="Arial"/>
                <a:ea typeface="Arial"/>
                <a:cs typeface="Arial"/>
              </a:defRPr>
            </a:lvl5pPr>
            <a:lvl6pPr algn="l">
              <a:defRPr sz="1725" b="0">
                <a:solidFill>
                  <a:srgbClr val="F2F7FA"/>
                </a:solidFill>
                <a:latin typeface="Arial"/>
                <a:ea typeface="Arial"/>
                <a:cs typeface="Arial"/>
              </a:defRPr>
            </a:lvl6pPr>
            <a:lvl7pPr algn="l">
              <a:defRPr sz="1725" b="0">
                <a:solidFill>
                  <a:srgbClr val="F2F7FA"/>
                </a:solidFill>
                <a:latin typeface="Arial"/>
                <a:ea typeface="Arial"/>
                <a:cs typeface="Arial"/>
              </a:defRPr>
            </a:lvl7pPr>
            <a:lvl8pPr algn="l">
              <a:defRPr sz="1725" b="0">
                <a:solidFill>
                  <a:srgbClr val="F2F7FA"/>
                </a:solidFill>
                <a:latin typeface="Arial"/>
                <a:ea typeface="Arial"/>
                <a:cs typeface="Arial"/>
              </a:defRPr>
            </a:lvl8pPr>
            <a:lvl9pPr algn="l">
              <a:defRPr sz="1725" b="0">
                <a:solidFill>
                  <a:srgbClr val="F2F7FA"/>
                </a:solidFill>
                <a:latin typeface="Arial"/>
                <a:ea typeface="Arial"/>
                <a:cs typeface="Arial"/>
              </a:defRPr>
            </a:lvl9pPr>
          </a:lstStyle>
          <a:p xmlns:a="http://schemas.openxmlformats.org/drawingml/2006/main">
            <a:pPr algn="l">
              <a:defRPr sz="1725" b="0">
                <a:solidFill>
                  <a:srgbClr val="F2F7FA"/>
                </a:solidFill>
                <a:latin typeface="Arial"/>
                <a:ea typeface="Arial"/>
                <a:cs typeface="Arial"/>
              </a:defRPr>
            </a:pPr>
            <a:r>
              <a:rPr sz="1725" b="0">
                <a:solidFill>
                  <a:srgbClr val="F2F7FA"/>
                </a:solidFill>
                <a:latin typeface="Arial"/>
                <a:ea typeface="Arial"/>
                <a:cs typeface="Arial"/>
              </a:rPr>
              <a:t>Can a reviewer reproduce the decision?</a:t>
            </a:r>
          </a:p>
        </p:txBody>
      </p:sp>
      <p:sp>
        <p:nvSpPr>
          <p:cNvPr id="17" name="">
            <a:extLst xmlns:a="http://schemas.openxmlformats.org/drawingml/2006/main">
              <a:ext uri="{FF2B5EF4-FFF2-40B4-BE49-F238E27FC236}">
                <a16:creationId xmlns:a16="http://schemas.microsoft.com/office/drawing/2014/main" id="{BD2E9118-7E6F-4916-A68E-465B12C9E9D0}"/>
              </a:ext>
            </a:extLst>
          </p:cNvPr>
          <p:cNvSpPr>
            <a:spLocks xmlns:a="http://schemas.openxmlformats.org/drawingml/2006/main" noGrp="1"/>
          </p:cNvSpPr>
          <p:nvPr/>
        </p:nvSpPr>
        <p:spPr>
          <a:xfrm xmlns:a="http://schemas.openxmlformats.org/drawingml/2006/main">
            <a:off x="914400" y="5010150"/>
            <a:ext cx="4476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3750"/>
          </a:bodyPr>
          <a:lstStyle xmlns:a="http://schemas.openxmlformats.org/drawingml/2006/main">
            <a:defPPr algn="l">
              <a:defRPr sz="1200" b="0">
                <a:solidFill>
                  <a:srgbClr val="B2C4CF"/>
                </a:solidFill>
                <a:latin typeface="Arial"/>
                <a:ea typeface="Arial"/>
                <a:cs typeface="Arial"/>
              </a:defRPr>
            </a:defPPr>
            <a:lvl1pPr algn="l">
              <a:defRPr sz="1200" b="0">
                <a:solidFill>
                  <a:srgbClr val="B2C4CF"/>
                </a:solidFill>
                <a:latin typeface="Arial"/>
                <a:ea typeface="Arial"/>
                <a:cs typeface="Arial"/>
              </a:defRPr>
            </a:lvl1pPr>
            <a:lvl2pPr algn="l">
              <a:defRPr sz="1200" b="0">
                <a:solidFill>
                  <a:srgbClr val="B2C4CF"/>
                </a:solidFill>
                <a:latin typeface="Arial"/>
                <a:ea typeface="Arial"/>
                <a:cs typeface="Arial"/>
              </a:defRPr>
            </a:lvl2pPr>
            <a:lvl3pPr algn="l">
              <a:defRPr sz="1200" b="0">
                <a:solidFill>
                  <a:srgbClr val="B2C4CF"/>
                </a:solidFill>
                <a:latin typeface="Arial"/>
                <a:ea typeface="Arial"/>
                <a:cs typeface="Arial"/>
              </a:defRPr>
            </a:lvl3pPr>
            <a:lvl4pPr algn="l">
              <a:defRPr sz="1200" b="0">
                <a:solidFill>
                  <a:srgbClr val="B2C4CF"/>
                </a:solidFill>
                <a:latin typeface="Arial"/>
                <a:ea typeface="Arial"/>
                <a:cs typeface="Arial"/>
              </a:defRPr>
            </a:lvl4pPr>
            <a:lvl5pPr algn="l">
              <a:defRPr sz="1200" b="0">
                <a:solidFill>
                  <a:srgbClr val="B2C4CF"/>
                </a:solidFill>
                <a:latin typeface="Arial"/>
                <a:ea typeface="Arial"/>
                <a:cs typeface="Arial"/>
              </a:defRPr>
            </a:lvl5pPr>
            <a:lvl6pPr algn="l">
              <a:defRPr sz="1200" b="0">
                <a:solidFill>
                  <a:srgbClr val="B2C4CF"/>
                </a:solidFill>
                <a:latin typeface="Arial"/>
                <a:ea typeface="Arial"/>
                <a:cs typeface="Arial"/>
              </a:defRPr>
            </a:lvl6pPr>
            <a:lvl7pPr algn="l">
              <a:defRPr sz="1200" b="0">
                <a:solidFill>
                  <a:srgbClr val="B2C4CF"/>
                </a:solidFill>
                <a:latin typeface="Arial"/>
                <a:ea typeface="Arial"/>
                <a:cs typeface="Arial"/>
              </a:defRPr>
            </a:lvl7pPr>
            <a:lvl8pPr algn="l">
              <a:defRPr sz="1200" b="0">
                <a:solidFill>
                  <a:srgbClr val="B2C4CF"/>
                </a:solidFill>
                <a:latin typeface="Arial"/>
                <a:ea typeface="Arial"/>
                <a:cs typeface="Arial"/>
              </a:defRPr>
            </a:lvl8pPr>
            <a:lvl9pPr algn="l">
              <a:defRPr sz="1200" b="0">
                <a:solidFill>
                  <a:srgbClr val="B2C4CF"/>
                </a:solidFill>
                <a:latin typeface="Arial"/>
                <a:ea typeface="Arial"/>
                <a:cs typeface="Arial"/>
              </a:defRPr>
            </a:lvl9pPr>
          </a:lstStyle>
          <a:p xmlns:a="http://schemas.openxmlformats.org/drawingml/2006/main">
            <a:pPr algn="l">
              <a:defRPr sz="1200" b="0">
                <a:solidFill>
                  <a:srgbClr val="B2C4CF"/>
                </a:solidFill>
                <a:latin typeface="Arial"/>
                <a:ea typeface="Arial"/>
                <a:cs typeface="Arial"/>
              </a:defRPr>
            </a:pPr>
            <a:r>
              <a:rPr sz="1200" b="0">
                <a:solidFill>
                  <a:srgbClr val="B2C4CF"/>
                </a:solidFill>
                <a:latin typeface="Arial"/>
                <a:ea typeface="Arial"/>
                <a:cs typeface="Arial"/>
              </a:rPr>
              <a:t>Use case: monitoring a changing sensor or service metric. This prototype does not diagnose a root cause.</a:t>
            </a:r>
          </a:p>
        </p:txBody>
      </p:sp>
      <p:sp>
        <p:nvSpPr>
          <p:cNvPr id="18" name="">
            <a:extLst xmlns:a="http://schemas.openxmlformats.org/drawingml/2006/main">
              <a:ext uri="{FF2B5EF4-FFF2-40B4-BE49-F238E27FC236}">
                <a16:creationId xmlns:a16="http://schemas.microsoft.com/office/drawing/2014/main" id="{78F12FF6-78C6-4B6D-9693-2373F45C6A84}"/>
              </a:ext>
            </a:extLst>
          </p:cNvPr>
          <p:cNvSpPr>
            <a:spLocks xmlns:a="http://schemas.openxmlformats.org/drawingml/2006/main" noGrp="1"/>
          </p:cNvSpPr>
          <p:nvPr/>
        </p:nvSpPr>
        <p:spPr>
          <a:xfrm xmlns:a="http://schemas.openxmlformats.org/drawingml/2006/main">
            <a:off x="6191250" y="2076450"/>
            <a:ext cx="5334000" cy="3381375"/>
          </a:xfrm>
          <a:prstGeom xmlns:a="http://schemas.openxmlformats.org/drawingml/2006/main" prst="roundRect">
            <a:avLst>
              <a:gd name="adj" fmla="val 2254"/>
            </a:avLst>
          </a:prstGeom>
          <a:solidFill xmlns:a="http://schemas.openxmlformats.org/drawingml/2006/main">
            <a:srgbClr val="102332"/>
          </a:solidFill>
          <a:ln xmlns:a="http://schemas.openxmlformats.org/drawingml/2006/main" w="9525">
            <a:solidFill>
              <a:srgbClr val="284455"/>
            </a:solidFill>
            <a:prstDash val="solid"/>
          </a:ln>
        </p:spPr>
      </p:sp>
      <p:sp>
        <p:nvSpPr>
          <p:cNvPr id="19" name="">
            <a:extLst xmlns:a="http://schemas.openxmlformats.org/drawingml/2006/main">
              <a:ext uri="{FF2B5EF4-FFF2-40B4-BE49-F238E27FC236}">
                <a16:creationId xmlns:a16="http://schemas.microsoft.com/office/drawing/2014/main" id="{616D1DEA-81C3-456A-8FA6-617F862BF7FB}"/>
              </a:ext>
            </a:extLst>
          </p:cNvPr>
          <p:cNvSpPr>
            <a:spLocks xmlns:a="http://schemas.openxmlformats.org/drawingml/2006/main" noGrp="1"/>
          </p:cNvSpPr>
          <p:nvPr/>
        </p:nvSpPr>
        <p:spPr>
          <a:xfrm xmlns:a="http://schemas.openxmlformats.org/drawingml/2006/main">
            <a:off x="6191250" y="2076450"/>
            <a:ext cx="38100" cy="3381375"/>
          </a:xfrm>
          <a:prstGeom xmlns:a="http://schemas.openxmlformats.org/drawingml/2006/main" prst="rect">
            <a:avLst/>
          </a:prstGeom>
          <a:solidFill xmlns:a="http://schemas.openxmlformats.org/drawingml/2006/main">
            <a:srgbClr val="F4B860"/>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D4697F36-7393-4D26-971F-AEEDBCF02019}"/>
              </a:ext>
            </a:extLst>
          </p:cNvPr>
          <p:cNvSpPr>
            <a:spLocks xmlns:a="http://schemas.openxmlformats.org/drawingml/2006/main" noGrp="1"/>
          </p:cNvSpPr>
          <p:nvPr/>
        </p:nvSpPr>
        <p:spPr>
          <a:xfrm xmlns:a="http://schemas.openxmlformats.org/drawingml/2006/main">
            <a:off x="6457950" y="228600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1">
                <a:solidFill>
                  <a:srgbClr val="F4B860"/>
                </a:solidFill>
                <a:latin typeface="Arial"/>
                <a:ea typeface="Arial"/>
                <a:cs typeface="Arial"/>
              </a:defRPr>
            </a:defPPr>
            <a:lvl1pPr algn="l">
              <a:defRPr sz="1275" b="1">
                <a:solidFill>
                  <a:srgbClr val="F4B860"/>
                </a:solidFill>
                <a:latin typeface="Arial"/>
                <a:ea typeface="Arial"/>
                <a:cs typeface="Arial"/>
              </a:defRPr>
            </a:lvl1pPr>
            <a:lvl2pPr algn="l">
              <a:defRPr sz="1275" b="1">
                <a:solidFill>
                  <a:srgbClr val="F4B860"/>
                </a:solidFill>
                <a:latin typeface="Arial"/>
                <a:ea typeface="Arial"/>
                <a:cs typeface="Arial"/>
              </a:defRPr>
            </a:lvl2pPr>
            <a:lvl3pPr algn="l">
              <a:defRPr sz="1275" b="1">
                <a:solidFill>
                  <a:srgbClr val="F4B860"/>
                </a:solidFill>
                <a:latin typeface="Arial"/>
                <a:ea typeface="Arial"/>
                <a:cs typeface="Arial"/>
              </a:defRPr>
            </a:lvl3pPr>
            <a:lvl4pPr algn="l">
              <a:defRPr sz="1275" b="1">
                <a:solidFill>
                  <a:srgbClr val="F4B860"/>
                </a:solidFill>
                <a:latin typeface="Arial"/>
                <a:ea typeface="Arial"/>
                <a:cs typeface="Arial"/>
              </a:defRPr>
            </a:lvl4pPr>
            <a:lvl5pPr algn="l">
              <a:defRPr sz="1275" b="1">
                <a:solidFill>
                  <a:srgbClr val="F4B860"/>
                </a:solidFill>
                <a:latin typeface="Arial"/>
                <a:ea typeface="Arial"/>
                <a:cs typeface="Arial"/>
              </a:defRPr>
            </a:lvl5pPr>
            <a:lvl6pPr algn="l">
              <a:defRPr sz="1275" b="1">
                <a:solidFill>
                  <a:srgbClr val="F4B860"/>
                </a:solidFill>
                <a:latin typeface="Arial"/>
                <a:ea typeface="Arial"/>
                <a:cs typeface="Arial"/>
              </a:defRPr>
            </a:lvl6pPr>
            <a:lvl7pPr algn="l">
              <a:defRPr sz="1275" b="1">
                <a:solidFill>
                  <a:srgbClr val="F4B860"/>
                </a:solidFill>
                <a:latin typeface="Arial"/>
                <a:ea typeface="Arial"/>
                <a:cs typeface="Arial"/>
              </a:defRPr>
            </a:lvl7pPr>
            <a:lvl8pPr algn="l">
              <a:defRPr sz="1275" b="1">
                <a:solidFill>
                  <a:srgbClr val="F4B860"/>
                </a:solidFill>
                <a:latin typeface="Arial"/>
                <a:ea typeface="Arial"/>
                <a:cs typeface="Arial"/>
              </a:defRPr>
            </a:lvl8pPr>
            <a:lvl9pPr algn="l">
              <a:defRPr sz="1275" b="1">
                <a:solidFill>
                  <a:srgbClr val="F4B860"/>
                </a:solidFill>
                <a:latin typeface="Arial"/>
                <a:ea typeface="Arial"/>
                <a:cs typeface="Arial"/>
              </a:defRPr>
            </a:lvl9pPr>
          </a:lstStyle>
          <a:p xmlns:a="http://schemas.openxmlformats.org/drawingml/2006/main">
            <a:pPr algn="l">
              <a:defRPr sz="1275" b="1">
                <a:solidFill>
                  <a:srgbClr val="F4B860"/>
                </a:solidFill>
                <a:latin typeface="Arial"/>
                <a:ea typeface="Arial"/>
                <a:cs typeface="Arial"/>
              </a:defRPr>
            </a:pPr>
            <a:r>
              <a:rPr sz="1275" b="1">
                <a:solidFill>
                  <a:srgbClr val="F4B860"/>
                </a:solidFill>
                <a:latin typeface="Arial"/>
                <a:ea typeface="Arial"/>
                <a:cs typeface="Arial"/>
              </a:rPr>
              <a:t>JUDGING MATRIX · AI/ML TRACK</a:t>
            </a:r>
          </a:p>
        </p:txBody>
      </p:sp>
      <p:sp>
        <p:nvSpPr>
          <p:cNvPr id="21" name="">
            <a:extLst xmlns:a="http://schemas.openxmlformats.org/drawingml/2006/main">
              <a:ext uri="{FF2B5EF4-FFF2-40B4-BE49-F238E27FC236}">
                <a16:creationId xmlns:a16="http://schemas.microsoft.com/office/drawing/2014/main" id="{7E8DC6B6-D5A5-4275-B5FF-9B36C3BC5784}"/>
              </a:ext>
            </a:extLst>
          </p:cNvPr>
          <p:cNvSpPr>
            <a:spLocks xmlns:a="http://schemas.openxmlformats.org/drawingml/2006/main" noGrp="1"/>
          </p:cNvSpPr>
          <p:nvPr/>
        </p:nvSpPr>
        <p:spPr>
          <a:xfrm xmlns:a="http://schemas.openxmlformats.org/drawingml/2006/main">
            <a:off x="6477000" y="2781300"/>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a:solidFill>
                  <a:srgbClr val="F2F7FA"/>
                </a:solidFill>
                <a:latin typeface="Arial"/>
                <a:ea typeface="Arial"/>
                <a:cs typeface="Arial"/>
              </a:defRPr>
            </a:defPPr>
            <a:lvl1pPr algn="l">
              <a:defRPr sz="1575" b="0">
                <a:solidFill>
                  <a:srgbClr val="F2F7FA"/>
                </a:solidFill>
                <a:latin typeface="Arial"/>
                <a:ea typeface="Arial"/>
                <a:cs typeface="Arial"/>
              </a:defRPr>
            </a:lvl1pPr>
            <a:lvl2pPr algn="l">
              <a:defRPr sz="1575" b="0">
                <a:solidFill>
                  <a:srgbClr val="F2F7FA"/>
                </a:solidFill>
                <a:latin typeface="Arial"/>
                <a:ea typeface="Arial"/>
                <a:cs typeface="Arial"/>
              </a:defRPr>
            </a:lvl2pPr>
            <a:lvl3pPr algn="l">
              <a:defRPr sz="1575" b="0">
                <a:solidFill>
                  <a:srgbClr val="F2F7FA"/>
                </a:solidFill>
                <a:latin typeface="Arial"/>
                <a:ea typeface="Arial"/>
                <a:cs typeface="Arial"/>
              </a:defRPr>
            </a:lvl3pPr>
            <a:lvl4pPr algn="l">
              <a:defRPr sz="1575" b="0">
                <a:solidFill>
                  <a:srgbClr val="F2F7FA"/>
                </a:solidFill>
                <a:latin typeface="Arial"/>
                <a:ea typeface="Arial"/>
                <a:cs typeface="Arial"/>
              </a:defRPr>
            </a:lvl4pPr>
            <a:lvl5pPr algn="l">
              <a:defRPr sz="1575" b="0">
                <a:solidFill>
                  <a:srgbClr val="F2F7FA"/>
                </a:solidFill>
                <a:latin typeface="Arial"/>
                <a:ea typeface="Arial"/>
                <a:cs typeface="Arial"/>
              </a:defRPr>
            </a:lvl5pPr>
            <a:lvl6pPr algn="l">
              <a:defRPr sz="1575" b="0">
                <a:solidFill>
                  <a:srgbClr val="F2F7FA"/>
                </a:solidFill>
                <a:latin typeface="Arial"/>
                <a:ea typeface="Arial"/>
                <a:cs typeface="Arial"/>
              </a:defRPr>
            </a:lvl6pPr>
            <a:lvl7pPr algn="l">
              <a:defRPr sz="1575" b="0">
                <a:solidFill>
                  <a:srgbClr val="F2F7FA"/>
                </a:solidFill>
                <a:latin typeface="Arial"/>
                <a:ea typeface="Arial"/>
                <a:cs typeface="Arial"/>
              </a:defRPr>
            </a:lvl7pPr>
            <a:lvl8pPr algn="l">
              <a:defRPr sz="1575" b="0">
                <a:solidFill>
                  <a:srgbClr val="F2F7FA"/>
                </a:solidFill>
                <a:latin typeface="Arial"/>
                <a:ea typeface="Arial"/>
                <a:cs typeface="Arial"/>
              </a:defRPr>
            </a:lvl8pPr>
            <a:lvl9pPr algn="l">
              <a:defRPr sz="1575" b="0">
                <a:solidFill>
                  <a:srgbClr val="F2F7FA"/>
                </a:solidFill>
                <a:latin typeface="Arial"/>
                <a:ea typeface="Arial"/>
                <a:cs typeface="Arial"/>
              </a:defRPr>
            </a:lvl9pPr>
          </a:lstStyle>
          <a:p xmlns:a="http://schemas.openxmlformats.org/drawingml/2006/main">
            <a:pPr algn="l">
              <a:defRPr sz="1575" b="0">
                <a:solidFill>
                  <a:srgbClr val="F2F7FA"/>
                </a:solidFill>
                <a:latin typeface="Arial"/>
                <a:ea typeface="Arial"/>
                <a:cs typeface="Arial"/>
              </a:defRPr>
            </a:pPr>
            <a:r>
              <a:rPr sz="1575" b="0">
                <a:solidFill>
                  <a:srgbClr val="F2F7FA"/>
                </a:solidFill>
                <a:latin typeface="Arial"/>
                <a:ea typeface="Arial"/>
                <a:cs typeface="Arial"/>
              </a:rPr>
              <a:t>Technical performance</a:t>
            </a:r>
          </a:p>
        </p:txBody>
      </p:sp>
      <p:sp>
        <p:nvSpPr>
          <p:cNvPr id="22" name="">
            <a:extLst xmlns:a="http://schemas.openxmlformats.org/drawingml/2006/main">
              <a:ext uri="{FF2B5EF4-FFF2-40B4-BE49-F238E27FC236}">
                <a16:creationId xmlns:a16="http://schemas.microsoft.com/office/drawing/2014/main" id="{D906226E-D103-4244-8AB4-0E8877E1EEBA}"/>
              </a:ext>
            </a:extLst>
          </p:cNvPr>
          <p:cNvSpPr>
            <a:spLocks xmlns:a="http://schemas.openxmlformats.org/drawingml/2006/main" noGrp="1"/>
          </p:cNvSpPr>
          <p:nvPr/>
        </p:nvSpPr>
        <p:spPr>
          <a:xfrm xmlns:a="http://schemas.openxmlformats.org/drawingml/2006/main">
            <a:off x="10287000" y="2781300"/>
            <a:ext cx="838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725" b="1">
                <a:solidFill>
                  <a:srgbClr val="F4B860"/>
                </a:solidFill>
                <a:latin typeface="Arial"/>
                <a:ea typeface="Arial"/>
                <a:cs typeface="Arial"/>
              </a:defRPr>
            </a:defPPr>
            <a:lvl1pPr algn="r">
              <a:defRPr sz="1725" b="1">
                <a:solidFill>
                  <a:srgbClr val="F4B860"/>
                </a:solidFill>
                <a:latin typeface="Arial"/>
                <a:ea typeface="Arial"/>
                <a:cs typeface="Arial"/>
              </a:defRPr>
            </a:lvl1pPr>
            <a:lvl2pPr algn="r">
              <a:defRPr sz="1725" b="1">
                <a:solidFill>
                  <a:srgbClr val="F4B860"/>
                </a:solidFill>
                <a:latin typeface="Arial"/>
                <a:ea typeface="Arial"/>
                <a:cs typeface="Arial"/>
              </a:defRPr>
            </a:lvl2pPr>
            <a:lvl3pPr algn="r">
              <a:defRPr sz="1725" b="1">
                <a:solidFill>
                  <a:srgbClr val="F4B860"/>
                </a:solidFill>
                <a:latin typeface="Arial"/>
                <a:ea typeface="Arial"/>
                <a:cs typeface="Arial"/>
              </a:defRPr>
            </a:lvl3pPr>
            <a:lvl4pPr algn="r">
              <a:defRPr sz="1725" b="1">
                <a:solidFill>
                  <a:srgbClr val="F4B860"/>
                </a:solidFill>
                <a:latin typeface="Arial"/>
                <a:ea typeface="Arial"/>
                <a:cs typeface="Arial"/>
              </a:defRPr>
            </a:lvl4pPr>
            <a:lvl5pPr algn="r">
              <a:defRPr sz="1725" b="1">
                <a:solidFill>
                  <a:srgbClr val="F4B860"/>
                </a:solidFill>
                <a:latin typeface="Arial"/>
                <a:ea typeface="Arial"/>
                <a:cs typeface="Arial"/>
              </a:defRPr>
            </a:lvl5pPr>
            <a:lvl6pPr algn="r">
              <a:defRPr sz="1725" b="1">
                <a:solidFill>
                  <a:srgbClr val="F4B860"/>
                </a:solidFill>
                <a:latin typeface="Arial"/>
                <a:ea typeface="Arial"/>
                <a:cs typeface="Arial"/>
              </a:defRPr>
            </a:lvl6pPr>
            <a:lvl7pPr algn="r">
              <a:defRPr sz="1725" b="1">
                <a:solidFill>
                  <a:srgbClr val="F4B860"/>
                </a:solidFill>
                <a:latin typeface="Arial"/>
                <a:ea typeface="Arial"/>
                <a:cs typeface="Arial"/>
              </a:defRPr>
            </a:lvl7pPr>
            <a:lvl8pPr algn="r">
              <a:defRPr sz="1725" b="1">
                <a:solidFill>
                  <a:srgbClr val="F4B860"/>
                </a:solidFill>
                <a:latin typeface="Arial"/>
                <a:ea typeface="Arial"/>
                <a:cs typeface="Arial"/>
              </a:defRPr>
            </a:lvl8pPr>
            <a:lvl9pPr algn="r">
              <a:defRPr sz="1725" b="1">
                <a:solidFill>
                  <a:srgbClr val="F4B860"/>
                </a:solidFill>
                <a:latin typeface="Arial"/>
                <a:ea typeface="Arial"/>
                <a:cs typeface="Arial"/>
              </a:defRPr>
            </a:lvl9pPr>
          </a:lstStyle>
          <a:p xmlns:a="http://schemas.openxmlformats.org/drawingml/2006/main">
            <a:pPr algn="r">
              <a:defRPr sz="1725" b="1">
                <a:solidFill>
                  <a:srgbClr val="F4B860"/>
                </a:solidFill>
                <a:latin typeface="Arial"/>
                <a:ea typeface="Arial"/>
                <a:cs typeface="Arial"/>
              </a:defRPr>
            </a:pPr>
            <a:r>
              <a:rPr sz="1725" b="1">
                <a:solidFill>
                  <a:srgbClr val="F4B860"/>
                </a:solidFill>
                <a:latin typeface="Arial"/>
                <a:ea typeface="Arial"/>
                <a:cs typeface="Arial"/>
              </a:rPr>
              <a:t>40</a:t>
            </a:r>
          </a:p>
        </p:txBody>
      </p:sp>
      <p:sp>
        <p:nvSpPr>
          <p:cNvPr id="23" name="">
            <a:extLst xmlns:a="http://schemas.openxmlformats.org/drawingml/2006/main">
              <a:ext uri="{FF2B5EF4-FFF2-40B4-BE49-F238E27FC236}">
                <a16:creationId xmlns:a16="http://schemas.microsoft.com/office/drawing/2014/main" id="{BAD00F93-30F8-4B0A-90B0-A54491F3EBB6}"/>
              </a:ext>
            </a:extLst>
          </p:cNvPr>
          <p:cNvSpPr>
            <a:spLocks xmlns:a="http://schemas.openxmlformats.org/drawingml/2006/main" noGrp="1"/>
          </p:cNvSpPr>
          <p:nvPr/>
        </p:nvSpPr>
        <p:spPr>
          <a:xfrm xmlns:a="http://schemas.openxmlformats.org/drawingml/2006/main">
            <a:off x="6477000" y="3114675"/>
            <a:ext cx="4648200" cy="9525"/>
          </a:xfrm>
          <a:prstGeom xmlns:a="http://schemas.openxmlformats.org/drawingml/2006/main" prst="rect">
            <a:avLst/>
          </a:prstGeom>
          <a:solidFill xmlns:a="http://schemas.openxmlformats.org/drawingml/2006/main">
            <a:srgbClr val="284455"/>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D3BDB5CC-26DB-433C-A07A-6AF0B1038644}"/>
              </a:ext>
            </a:extLst>
          </p:cNvPr>
          <p:cNvSpPr>
            <a:spLocks xmlns:a="http://schemas.openxmlformats.org/drawingml/2006/main" noGrp="1"/>
          </p:cNvSpPr>
          <p:nvPr/>
        </p:nvSpPr>
        <p:spPr>
          <a:xfrm xmlns:a="http://schemas.openxmlformats.org/drawingml/2006/main">
            <a:off x="6477000" y="3248025"/>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a:solidFill>
                  <a:srgbClr val="F2F7FA"/>
                </a:solidFill>
                <a:latin typeface="Arial"/>
                <a:ea typeface="Arial"/>
                <a:cs typeface="Arial"/>
              </a:defRPr>
            </a:defPPr>
            <a:lvl1pPr algn="l">
              <a:defRPr sz="1575" b="0">
                <a:solidFill>
                  <a:srgbClr val="F2F7FA"/>
                </a:solidFill>
                <a:latin typeface="Arial"/>
                <a:ea typeface="Arial"/>
                <a:cs typeface="Arial"/>
              </a:defRPr>
            </a:lvl1pPr>
            <a:lvl2pPr algn="l">
              <a:defRPr sz="1575" b="0">
                <a:solidFill>
                  <a:srgbClr val="F2F7FA"/>
                </a:solidFill>
                <a:latin typeface="Arial"/>
                <a:ea typeface="Arial"/>
                <a:cs typeface="Arial"/>
              </a:defRPr>
            </a:lvl2pPr>
            <a:lvl3pPr algn="l">
              <a:defRPr sz="1575" b="0">
                <a:solidFill>
                  <a:srgbClr val="F2F7FA"/>
                </a:solidFill>
                <a:latin typeface="Arial"/>
                <a:ea typeface="Arial"/>
                <a:cs typeface="Arial"/>
              </a:defRPr>
            </a:lvl3pPr>
            <a:lvl4pPr algn="l">
              <a:defRPr sz="1575" b="0">
                <a:solidFill>
                  <a:srgbClr val="F2F7FA"/>
                </a:solidFill>
                <a:latin typeface="Arial"/>
                <a:ea typeface="Arial"/>
                <a:cs typeface="Arial"/>
              </a:defRPr>
            </a:lvl4pPr>
            <a:lvl5pPr algn="l">
              <a:defRPr sz="1575" b="0">
                <a:solidFill>
                  <a:srgbClr val="F2F7FA"/>
                </a:solidFill>
                <a:latin typeface="Arial"/>
                <a:ea typeface="Arial"/>
                <a:cs typeface="Arial"/>
              </a:defRPr>
            </a:lvl5pPr>
            <a:lvl6pPr algn="l">
              <a:defRPr sz="1575" b="0">
                <a:solidFill>
                  <a:srgbClr val="F2F7FA"/>
                </a:solidFill>
                <a:latin typeface="Arial"/>
                <a:ea typeface="Arial"/>
                <a:cs typeface="Arial"/>
              </a:defRPr>
            </a:lvl6pPr>
            <a:lvl7pPr algn="l">
              <a:defRPr sz="1575" b="0">
                <a:solidFill>
                  <a:srgbClr val="F2F7FA"/>
                </a:solidFill>
                <a:latin typeface="Arial"/>
                <a:ea typeface="Arial"/>
                <a:cs typeface="Arial"/>
              </a:defRPr>
            </a:lvl7pPr>
            <a:lvl8pPr algn="l">
              <a:defRPr sz="1575" b="0">
                <a:solidFill>
                  <a:srgbClr val="F2F7FA"/>
                </a:solidFill>
                <a:latin typeface="Arial"/>
                <a:ea typeface="Arial"/>
                <a:cs typeface="Arial"/>
              </a:defRPr>
            </a:lvl8pPr>
            <a:lvl9pPr algn="l">
              <a:defRPr sz="1575" b="0">
                <a:solidFill>
                  <a:srgbClr val="F2F7FA"/>
                </a:solidFill>
                <a:latin typeface="Arial"/>
                <a:ea typeface="Arial"/>
                <a:cs typeface="Arial"/>
              </a:defRPr>
            </a:lvl9pPr>
          </a:lstStyle>
          <a:p xmlns:a="http://schemas.openxmlformats.org/drawingml/2006/main">
            <a:pPr algn="l">
              <a:defRPr sz="1575" b="0">
                <a:solidFill>
                  <a:srgbClr val="F2F7FA"/>
                </a:solidFill>
                <a:latin typeface="Arial"/>
                <a:ea typeface="Arial"/>
                <a:cs typeface="Arial"/>
              </a:defRPr>
            </a:pPr>
            <a:r>
              <a:rPr sz="1575" b="0">
                <a:solidFill>
                  <a:srgbClr val="F2F7FA"/>
                </a:solidFill>
                <a:latin typeface="Arial"/>
                <a:ea typeface="Arial"/>
                <a:cs typeface="Arial"/>
              </a:rPr>
              <a:t>Approach &amp; innovation</a:t>
            </a:r>
          </a:p>
        </p:txBody>
      </p:sp>
      <p:sp>
        <p:nvSpPr>
          <p:cNvPr id="25" name="">
            <a:extLst xmlns:a="http://schemas.openxmlformats.org/drawingml/2006/main">
              <a:ext uri="{FF2B5EF4-FFF2-40B4-BE49-F238E27FC236}">
                <a16:creationId xmlns:a16="http://schemas.microsoft.com/office/drawing/2014/main" id="{ADB6460E-4BD5-4AF7-822D-6C79D04B374E}"/>
              </a:ext>
            </a:extLst>
          </p:cNvPr>
          <p:cNvSpPr>
            <a:spLocks xmlns:a="http://schemas.openxmlformats.org/drawingml/2006/main" noGrp="1"/>
          </p:cNvSpPr>
          <p:nvPr/>
        </p:nvSpPr>
        <p:spPr>
          <a:xfrm xmlns:a="http://schemas.openxmlformats.org/drawingml/2006/main">
            <a:off x="10287000" y="3248025"/>
            <a:ext cx="838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725" b="1">
                <a:solidFill>
                  <a:srgbClr val="36D9D0"/>
                </a:solidFill>
                <a:latin typeface="Arial"/>
                <a:ea typeface="Arial"/>
                <a:cs typeface="Arial"/>
              </a:defRPr>
            </a:defPPr>
            <a:lvl1pPr algn="r">
              <a:defRPr sz="1725" b="1">
                <a:solidFill>
                  <a:srgbClr val="36D9D0"/>
                </a:solidFill>
                <a:latin typeface="Arial"/>
                <a:ea typeface="Arial"/>
                <a:cs typeface="Arial"/>
              </a:defRPr>
            </a:lvl1pPr>
            <a:lvl2pPr algn="r">
              <a:defRPr sz="1725" b="1">
                <a:solidFill>
                  <a:srgbClr val="36D9D0"/>
                </a:solidFill>
                <a:latin typeface="Arial"/>
                <a:ea typeface="Arial"/>
                <a:cs typeface="Arial"/>
              </a:defRPr>
            </a:lvl2pPr>
            <a:lvl3pPr algn="r">
              <a:defRPr sz="1725" b="1">
                <a:solidFill>
                  <a:srgbClr val="36D9D0"/>
                </a:solidFill>
                <a:latin typeface="Arial"/>
                <a:ea typeface="Arial"/>
                <a:cs typeface="Arial"/>
              </a:defRPr>
            </a:lvl3pPr>
            <a:lvl4pPr algn="r">
              <a:defRPr sz="1725" b="1">
                <a:solidFill>
                  <a:srgbClr val="36D9D0"/>
                </a:solidFill>
                <a:latin typeface="Arial"/>
                <a:ea typeface="Arial"/>
                <a:cs typeface="Arial"/>
              </a:defRPr>
            </a:lvl4pPr>
            <a:lvl5pPr algn="r">
              <a:defRPr sz="1725" b="1">
                <a:solidFill>
                  <a:srgbClr val="36D9D0"/>
                </a:solidFill>
                <a:latin typeface="Arial"/>
                <a:ea typeface="Arial"/>
                <a:cs typeface="Arial"/>
              </a:defRPr>
            </a:lvl5pPr>
            <a:lvl6pPr algn="r">
              <a:defRPr sz="1725" b="1">
                <a:solidFill>
                  <a:srgbClr val="36D9D0"/>
                </a:solidFill>
                <a:latin typeface="Arial"/>
                <a:ea typeface="Arial"/>
                <a:cs typeface="Arial"/>
              </a:defRPr>
            </a:lvl6pPr>
            <a:lvl7pPr algn="r">
              <a:defRPr sz="1725" b="1">
                <a:solidFill>
                  <a:srgbClr val="36D9D0"/>
                </a:solidFill>
                <a:latin typeface="Arial"/>
                <a:ea typeface="Arial"/>
                <a:cs typeface="Arial"/>
              </a:defRPr>
            </a:lvl7pPr>
            <a:lvl8pPr algn="r">
              <a:defRPr sz="1725" b="1">
                <a:solidFill>
                  <a:srgbClr val="36D9D0"/>
                </a:solidFill>
                <a:latin typeface="Arial"/>
                <a:ea typeface="Arial"/>
                <a:cs typeface="Arial"/>
              </a:defRPr>
            </a:lvl8pPr>
            <a:lvl9pPr algn="r">
              <a:defRPr sz="1725" b="1">
                <a:solidFill>
                  <a:srgbClr val="36D9D0"/>
                </a:solidFill>
                <a:latin typeface="Arial"/>
                <a:ea typeface="Arial"/>
                <a:cs typeface="Arial"/>
              </a:defRPr>
            </a:lvl9pPr>
          </a:lstStyle>
          <a:p xmlns:a="http://schemas.openxmlformats.org/drawingml/2006/main">
            <a:pPr algn="r">
              <a:defRPr sz="1725" b="1">
                <a:solidFill>
                  <a:srgbClr val="36D9D0"/>
                </a:solidFill>
                <a:latin typeface="Arial"/>
                <a:ea typeface="Arial"/>
                <a:cs typeface="Arial"/>
              </a:defRPr>
            </a:pPr>
            <a:r>
              <a:rPr sz="1725" b="1">
                <a:solidFill>
                  <a:srgbClr val="36D9D0"/>
                </a:solidFill>
                <a:latin typeface="Arial"/>
                <a:ea typeface="Arial"/>
                <a:cs typeface="Arial"/>
              </a:rPr>
              <a:t>20</a:t>
            </a:r>
          </a:p>
        </p:txBody>
      </p:sp>
      <p:sp>
        <p:nvSpPr>
          <p:cNvPr id="26" name="">
            <a:extLst xmlns:a="http://schemas.openxmlformats.org/drawingml/2006/main">
              <a:ext uri="{FF2B5EF4-FFF2-40B4-BE49-F238E27FC236}">
                <a16:creationId xmlns:a16="http://schemas.microsoft.com/office/drawing/2014/main" id="{A119F48C-9CFB-4D10-B061-010109452A46}"/>
              </a:ext>
            </a:extLst>
          </p:cNvPr>
          <p:cNvSpPr>
            <a:spLocks xmlns:a="http://schemas.openxmlformats.org/drawingml/2006/main" noGrp="1"/>
          </p:cNvSpPr>
          <p:nvPr/>
        </p:nvSpPr>
        <p:spPr>
          <a:xfrm xmlns:a="http://schemas.openxmlformats.org/drawingml/2006/main">
            <a:off x="6477000" y="3581400"/>
            <a:ext cx="4648200" cy="9525"/>
          </a:xfrm>
          <a:prstGeom xmlns:a="http://schemas.openxmlformats.org/drawingml/2006/main" prst="rect">
            <a:avLst/>
          </a:prstGeom>
          <a:solidFill xmlns:a="http://schemas.openxmlformats.org/drawingml/2006/main">
            <a:srgbClr val="284455"/>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33B353A6-ABFB-4140-BF4B-540198DAAD05}"/>
              </a:ext>
            </a:extLst>
          </p:cNvPr>
          <p:cNvSpPr>
            <a:spLocks xmlns:a="http://schemas.openxmlformats.org/drawingml/2006/main" noGrp="1"/>
          </p:cNvSpPr>
          <p:nvPr/>
        </p:nvSpPr>
        <p:spPr>
          <a:xfrm xmlns:a="http://schemas.openxmlformats.org/drawingml/2006/main">
            <a:off x="6477000" y="3714750"/>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a:solidFill>
                  <a:srgbClr val="F2F7FA"/>
                </a:solidFill>
                <a:latin typeface="Arial"/>
                <a:ea typeface="Arial"/>
                <a:cs typeface="Arial"/>
              </a:defRPr>
            </a:defPPr>
            <a:lvl1pPr algn="l">
              <a:defRPr sz="1575" b="0">
                <a:solidFill>
                  <a:srgbClr val="F2F7FA"/>
                </a:solidFill>
                <a:latin typeface="Arial"/>
                <a:ea typeface="Arial"/>
                <a:cs typeface="Arial"/>
              </a:defRPr>
            </a:lvl1pPr>
            <a:lvl2pPr algn="l">
              <a:defRPr sz="1575" b="0">
                <a:solidFill>
                  <a:srgbClr val="F2F7FA"/>
                </a:solidFill>
                <a:latin typeface="Arial"/>
                <a:ea typeface="Arial"/>
                <a:cs typeface="Arial"/>
              </a:defRPr>
            </a:lvl2pPr>
            <a:lvl3pPr algn="l">
              <a:defRPr sz="1575" b="0">
                <a:solidFill>
                  <a:srgbClr val="F2F7FA"/>
                </a:solidFill>
                <a:latin typeface="Arial"/>
                <a:ea typeface="Arial"/>
                <a:cs typeface="Arial"/>
              </a:defRPr>
            </a:lvl3pPr>
            <a:lvl4pPr algn="l">
              <a:defRPr sz="1575" b="0">
                <a:solidFill>
                  <a:srgbClr val="F2F7FA"/>
                </a:solidFill>
                <a:latin typeface="Arial"/>
                <a:ea typeface="Arial"/>
                <a:cs typeface="Arial"/>
              </a:defRPr>
            </a:lvl4pPr>
            <a:lvl5pPr algn="l">
              <a:defRPr sz="1575" b="0">
                <a:solidFill>
                  <a:srgbClr val="F2F7FA"/>
                </a:solidFill>
                <a:latin typeface="Arial"/>
                <a:ea typeface="Arial"/>
                <a:cs typeface="Arial"/>
              </a:defRPr>
            </a:lvl5pPr>
            <a:lvl6pPr algn="l">
              <a:defRPr sz="1575" b="0">
                <a:solidFill>
                  <a:srgbClr val="F2F7FA"/>
                </a:solidFill>
                <a:latin typeface="Arial"/>
                <a:ea typeface="Arial"/>
                <a:cs typeface="Arial"/>
              </a:defRPr>
            </a:lvl6pPr>
            <a:lvl7pPr algn="l">
              <a:defRPr sz="1575" b="0">
                <a:solidFill>
                  <a:srgbClr val="F2F7FA"/>
                </a:solidFill>
                <a:latin typeface="Arial"/>
                <a:ea typeface="Arial"/>
                <a:cs typeface="Arial"/>
              </a:defRPr>
            </a:lvl7pPr>
            <a:lvl8pPr algn="l">
              <a:defRPr sz="1575" b="0">
                <a:solidFill>
                  <a:srgbClr val="F2F7FA"/>
                </a:solidFill>
                <a:latin typeface="Arial"/>
                <a:ea typeface="Arial"/>
                <a:cs typeface="Arial"/>
              </a:defRPr>
            </a:lvl8pPr>
            <a:lvl9pPr algn="l">
              <a:defRPr sz="1575" b="0">
                <a:solidFill>
                  <a:srgbClr val="F2F7FA"/>
                </a:solidFill>
                <a:latin typeface="Arial"/>
                <a:ea typeface="Arial"/>
                <a:cs typeface="Arial"/>
              </a:defRPr>
            </a:lvl9pPr>
          </a:lstStyle>
          <a:p xmlns:a="http://schemas.openxmlformats.org/drawingml/2006/main">
            <a:pPr algn="l">
              <a:defRPr sz="1575" b="0">
                <a:solidFill>
                  <a:srgbClr val="F2F7FA"/>
                </a:solidFill>
                <a:latin typeface="Arial"/>
                <a:ea typeface="Arial"/>
                <a:cs typeface="Arial"/>
              </a:defRPr>
            </a:pPr>
            <a:r>
              <a:rPr sz="1575" b="0">
                <a:solidFill>
                  <a:srgbClr val="F2F7FA"/>
                </a:solidFill>
                <a:latin typeface="Arial"/>
                <a:ea typeface="Arial"/>
                <a:cs typeface="Arial"/>
              </a:rPr>
              <a:t>Efficiency &amp; constraints</a:t>
            </a:r>
          </a:p>
        </p:txBody>
      </p:sp>
      <p:sp>
        <p:nvSpPr>
          <p:cNvPr id="28" name="">
            <a:extLst xmlns:a="http://schemas.openxmlformats.org/drawingml/2006/main">
              <a:ext uri="{FF2B5EF4-FFF2-40B4-BE49-F238E27FC236}">
                <a16:creationId xmlns:a16="http://schemas.microsoft.com/office/drawing/2014/main" id="{BAC525A1-2173-4A45-B639-174291404B46}"/>
              </a:ext>
            </a:extLst>
          </p:cNvPr>
          <p:cNvSpPr>
            <a:spLocks xmlns:a="http://schemas.openxmlformats.org/drawingml/2006/main" noGrp="1"/>
          </p:cNvSpPr>
          <p:nvPr/>
        </p:nvSpPr>
        <p:spPr>
          <a:xfrm xmlns:a="http://schemas.openxmlformats.org/drawingml/2006/main">
            <a:off x="10287000" y="3714750"/>
            <a:ext cx="838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725" b="1">
                <a:solidFill>
                  <a:srgbClr val="36D9D0"/>
                </a:solidFill>
                <a:latin typeface="Arial"/>
                <a:ea typeface="Arial"/>
                <a:cs typeface="Arial"/>
              </a:defRPr>
            </a:defPPr>
            <a:lvl1pPr algn="r">
              <a:defRPr sz="1725" b="1">
                <a:solidFill>
                  <a:srgbClr val="36D9D0"/>
                </a:solidFill>
                <a:latin typeface="Arial"/>
                <a:ea typeface="Arial"/>
                <a:cs typeface="Arial"/>
              </a:defRPr>
            </a:lvl1pPr>
            <a:lvl2pPr algn="r">
              <a:defRPr sz="1725" b="1">
                <a:solidFill>
                  <a:srgbClr val="36D9D0"/>
                </a:solidFill>
                <a:latin typeface="Arial"/>
                <a:ea typeface="Arial"/>
                <a:cs typeface="Arial"/>
              </a:defRPr>
            </a:lvl2pPr>
            <a:lvl3pPr algn="r">
              <a:defRPr sz="1725" b="1">
                <a:solidFill>
                  <a:srgbClr val="36D9D0"/>
                </a:solidFill>
                <a:latin typeface="Arial"/>
                <a:ea typeface="Arial"/>
                <a:cs typeface="Arial"/>
              </a:defRPr>
            </a:lvl3pPr>
            <a:lvl4pPr algn="r">
              <a:defRPr sz="1725" b="1">
                <a:solidFill>
                  <a:srgbClr val="36D9D0"/>
                </a:solidFill>
                <a:latin typeface="Arial"/>
                <a:ea typeface="Arial"/>
                <a:cs typeface="Arial"/>
              </a:defRPr>
            </a:lvl4pPr>
            <a:lvl5pPr algn="r">
              <a:defRPr sz="1725" b="1">
                <a:solidFill>
                  <a:srgbClr val="36D9D0"/>
                </a:solidFill>
                <a:latin typeface="Arial"/>
                <a:ea typeface="Arial"/>
                <a:cs typeface="Arial"/>
              </a:defRPr>
            </a:lvl5pPr>
            <a:lvl6pPr algn="r">
              <a:defRPr sz="1725" b="1">
                <a:solidFill>
                  <a:srgbClr val="36D9D0"/>
                </a:solidFill>
                <a:latin typeface="Arial"/>
                <a:ea typeface="Arial"/>
                <a:cs typeface="Arial"/>
              </a:defRPr>
            </a:lvl6pPr>
            <a:lvl7pPr algn="r">
              <a:defRPr sz="1725" b="1">
                <a:solidFill>
                  <a:srgbClr val="36D9D0"/>
                </a:solidFill>
                <a:latin typeface="Arial"/>
                <a:ea typeface="Arial"/>
                <a:cs typeface="Arial"/>
              </a:defRPr>
            </a:lvl7pPr>
            <a:lvl8pPr algn="r">
              <a:defRPr sz="1725" b="1">
                <a:solidFill>
                  <a:srgbClr val="36D9D0"/>
                </a:solidFill>
                <a:latin typeface="Arial"/>
                <a:ea typeface="Arial"/>
                <a:cs typeface="Arial"/>
              </a:defRPr>
            </a:lvl8pPr>
            <a:lvl9pPr algn="r">
              <a:defRPr sz="1725" b="1">
                <a:solidFill>
                  <a:srgbClr val="36D9D0"/>
                </a:solidFill>
                <a:latin typeface="Arial"/>
                <a:ea typeface="Arial"/>
                <a:cs typeface="Arial"/>
              </a:defRPr>
            </a:lvl9pPr>
          </a:lstStyle>
          <a:p xmlns:a="http://schemas.openxmlformats.org/drawingml/2006/main">
            <a:pPr algn="r">
              <a:defRPr sz="1725" b="1">
                <a:solidFill>
                  <a:srgbClr val="36D9D0"/>
                </a:solidFill>
                <a:latin typeface="Arial"/>
                <a:ea typeface="Arial"/>
                <a:cs typeface="Arial"/>
              </a:defRPr>
            </a:pPr>
            <a:r>
              <a:rPr sz="1725" b="1">
                <a:solidFill>
                  <a:srgbClr val="36D9D0"/>
                </a:solidFill>
                <a:latin typeface="Arial"/>
                <a:ea typeface="Arial"/>
                <a:cs typeface="Arial"/>
              </a:rPr>
              <a:t>15</a:t>
            </a:r>
          </a:p>
        </p:txBody>
      </p:sp>
      <p:sp>
        <p:nvSpPr>
          <p:cNvPr id="29" name="">
            <a:extLst xmlns:a="http://schemas.openxmlformats.org/drawingml/2006/main">
              <a:ext uri="{FF2B5EF4-FFF2-40B4-BE49-F238E27FC236}">
                <a16:creationId xmlns:a16="http://schemas.microsoft.com/office/drawing/2014/main" id="{13884F0E-7D7F-4F87-947E-9B38B2512E0C}"/>
              </a:ext>
            </a:extLst>
          </p:cNvPr>
          <p:cNvSpPr>
            <a:spLocks xmlns:a="http://schemas.openxmlformats.org/drawingml/2006/main" noGrp="1"/>
          </p:cNvSpPr>
          <p:nvPr/>
        </p:nvSpPr>
        <p:spPr>
          <a:xfrm xmlns:a="http://schemas.openxmlformats.org/drawingml/2006/main">
            <a:off x="6477000" y="4048125"/>
            <a:ext cx="4648200" cy="9525"/>
          </a:xfrm>
          <a:prstGeom xmlns:a="http://schemas.openxmlformats.org/drawingml/2006/main" prst="rect">
            <a:avLst/>
          </a:prstGeom>
          <a:solidFill xmlns:a="http://schemas.openxmlformats.org/drawingml/2006/main">
            <a:srgbClr val="284455"/>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F4A499E7-09BE-4DAC-8DAE-FA1B7C66FEFC}"/>
              </a:ext>
            </a:extLst>
          </p:cNvPr>
          <p:cNvSpPr>
            <a:spLocks xmlns:a="http://schemas.openxmlformats.org/drawingml/2006/main" noGrp="1"/>
          </p:cNvSpPr>
          <p:nvPr/>
        </p:nvSpPr>
        <p:spPr>
          <a:xfrm xmlns:a="http://schemas.openxmlformats.org/drawingml/2006/main">
            <a:off x="6477000" y="4181475"/>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a:solidFill>
                  <a:srgbClr val="F2F7FA"/>
                </a:solidFill>
                <a:latin typeface="Arial"/>
                <a:ea typeface="Arial"/>
                <a:cs typeface="Arial"/>
              </a:defRPr>
            </a:defPPr>
            <a:lvl1pPr algn="l">
              <a:defRPr sz="1575" b="0">
                <a:solidFill>
                  <a:srgbClr val="F2F7FA"/>
                </a:solidFill>
                <a:latin typeface="Arial"/>
                <a:ea typeface="Arial"/>
                <a:cs typeface="Arial"/>
              </a:defRPr>
            </a:lvl1pPr>
            <a:lvl2pPr algn="l">
              <a:defRPr sz="1575" b="0">
                <a:solidFill>
                  <a:srgbClr val="F2F7FA"/>
                </a:solidFill>
                <a:latin typeface="Arial"/>
                <a:ea typeface="Arial"/>
                <a:cs typeface="Arial"/>
              </a:defRPr>
            </a:lvl2pPr>
            <a:lvl3pPr algn="l">
              <a:defRPr sz="1575" b="0">
                <a:solidFill>
                  <a:srgbClr val="F2F7FA"/>
                </a:solidFill>
                <a:latin typeface="Arial"/>
                <a:ea typeface="Arial"/>
                <a:cs typeface="Arial"/>
              </a:defRPr>
            </a:lvl3pPr>
            <a:lvl4pPr algn="l">
              <a:defRPr sz="1575" b="0">
                <a:solidFill>
                  <a:srgbClr val="F2F7FA"/>
                </a:solidFill>
                <a:latin typeface="Arial"/>
                <a:ea typeface="Arial"/>
                <a:cs typeface="Arial"/>
              </a:defRPr>
            </a:lvl4pPr>
            <a:lvl5pPr algn="l">
              <a:defRPr sz="1575" b="0">
                <a:solidFill>
                  <a:srgbClr val="F2F7FA"/>
                </a:solidFill>
                <a:latin typeface="Arial"/>
                <a:ea typeface="Arial"/>
                <a:cs typeface="Arial"/>
              </a:defRPr>
            </a:lvl5pPr>
            <a:lvl6pPr algn="l">
              <a:defRPr sz="1575" b="0">
                <a:solidFill>
                  <a:srgbClr val="F2F7FA"/>
                </a:solidFill>
                <a:latin typeface="Arial"/>
                <a:ea typeface="Arial"/>
                <a:cs typeface="Arial"/>
              </a:defRPr>
            </a:lvl6pPr>
            <a:lvl7pPr algn="l">
              <a:defRPr sz="1575" b="0">
                <a:solidFill>
                  <a:srgbClr val="F2F7FA"/>
                </a:solidFill>
                <a:latin typeface="Arial"/>
                <a:ea typeface="Arial"/>
                <a:cs typeface="Arial"/>
              </a:defRPr>
            </a:lvl7pPr>
            <a:lvl8pPr algn="l">
              <a:defRPr sz="1575" b="0">
                <a:solidFill>
                  <a:srgbClr val="F2F7FA"/>
                </a:solidFill>
                <a:latin typeface="Arial"/>
                <a:ea typeface="Arial"/>
                <a:cs typeface="Arial"/>
              </a:defRPr>
            </a:lvl8pPr>
            <a:lvl9pPr algn="l">
              <a:defRPr sz="1575" b="0">
                <a:solidFill>
                  <a:srgbClr val="F2F7FA"/>
                </a:solidFill>
                <a:latin typeface="Arial"/>
                <a:ea typeface="Arial"/>
                <a:cs typeface="Arial"/>
              </a:defRPr>
            </a:lvl9pPr>
          </a:lstStyle>
          <a:p xmlns:a="http://schemas.openxmlformats.org/drawingml/2006/main">
            <a:pPr algn="l">
              <a:defRPr sz="1575" b="0">
                <a:solidFill>
                  <a:srgbClr val="F2F7FA"/>
                </a:solidFill>
                <a:latin typeface="Arial"/>
                <a:ea typeface="Arial"/>
                <a:cs typeface="Arial"/>
              </a:defRPr>
            </a:pPr>
            <a:r>
              <a:rPr sz="1575" b="0">
                <a:solidFill>
                  <a:srgbClr val="F2F7FA"/>
                </a:solidFill>
                <a:latin typeface="Arial"/>
                <a:ea typeface="Arial"/>
                <a:cs typeface="Arial"/>
              </a:rPr>
              <a:t>Presentation quality</a:t>
            </a:r>
          </a:p>
        </p:txBody>
      </p:sp>
      <p:sp>
        <p:nvSpPr>
          <p:cNvPr id="31" name="">
            <a:extLst xmlns:a="http://schemas.openxmlformats.org/drawingml/2006/main">
              <a:ext uri="{FF2B5EF4-FFF2-40B4-BE49-F238E27FC236}">
                <a16:creationId xmlns:a16="http://schemas.microsoft.com/office/drawing/2014/main" id="{85A42CEE-2261-4FB3-98B7-983996A23E4F}"/>
              </a:ext>
            </a:extLst>
          </p:cNvPr>
          <p:cNvSpPr>
            <a:spLocks xmlns:a="http://schemas.openxmlformats.org/drawingml/2006/main" noGrp="1"/>
          </p:cNvSpPr>
          <p:nvPr/>
        </p:nvSpPr>
        <p:spPr>
          <a:xfrm xmlns:a="http://schemas.openxmlformats.org/drawingml/2006/main">
            <a:off x="10287000" y="4181475"/>
            <a:ext cx="838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725" b="1">
                <a:solidFill>
                  <a:srgbClr val="36D9D0"/>
                </a:solidFill>
                <a:latin typeface="Arial"/>
                <a:ea typeface="Arial"/>
                <a:cs typeface="Arial"/>
              </a:defRPr>
            </a:defPPr>
            <a:lvl1pPr algn="r">
              <a:defRPr sz="1725" b="1">
                <a:solidFill>
                  <a:srgbClr val="36D9D0"/>
                </a:solidFill>
                <a:latin typeface="Arial"/>
                <a:ea typeface="Arial"/>
                <a:cs typeface="Arial"/>
              </a:defRPr>
            </a:lvl1pPr>
            <a:lvl2pPr algn="r">
              <a:defRPr sz="1725" b="1">
                <a:solidFill>
                  <a:srgbClr val="36D9D0"/>
                </a:solidFill>
                <a:latin typeface="Arial"/>
                <a:ea typeface="Arial"/>
                <a:cs typeface="Arial"/>
              </a:defRPr>
            </a:lvl2pPr>
            <a:lvl3pPr algn="r">
              <a:defRPr sz="1725" b="1">
                <a:solidFill>
                  <a:srgbClr val="36D9D0"/>
                </a:solidFill>
                <a:latin typeface="Arial"/>
                <a:ea typeface="Arial"/>
                <a:cs typeface="Arial"/>
              </a:defRPr>
            </a:lvl3pPr>
            <a:lvl4pPr algn="r">
              <a:defRPr sz="1725" b="1">
                <a:solidFill>
                  <a:srgbClr val="36D9D0"/>
                </a:solidFill>
                <a:latin typeface="Arial"/>
                <a:ea typeface="Arial"/>
                <a:cs typeface="Arial"/>
              </a:defRPr>
            </a:lvl4pPr>
            <a:lvl5pPr algn="r">
              <a:defRPr sz="1725" b="1">
                <a:solidFill>
                  <a:srgbClr val="36D9D0"/>
                </a:solidFill>
                <a:latin typeface="Arial"/>
                <a:ea typeface="Arial"/>
                <a:cs typeface="Arial"/>
              </a:defRPr>
            </a:lvl5pPr>
            <a:lvl6pPr algn="r">
              <a:defRPr sz="1725" b="1">
                <a:solidFill>
                  <a:srgbClr val="36D9D0"/>
                </a:solidFill>
                <a:latin typeface="Arial"/>
                <a:ea typeface="Arial"/>
                <a:cs typeface="Arial"/>
              </a:defRPr>
            </a:lvl6pPr>
            <a:lvl7pPr algn="r">
              <a:defRPr sz="1725" b="1">
                <a:solidFill>
                  <a:srgbClr val="36D9D0"/>
                </a:solidFill>
                <a:latin typeface="Arial"/>
                <a:ea typeface="Arial"/>
                <a:cs typeface="Arial"/>
              </a:defRPr>
            </a:lvl7pPr>
            <a:lvl8pPr algn="r">
              <a:defRPr sz="1725" b="1">
                <a:solidFill>
                  <a:srgbClr val="36D9D0"/>
                </a:solidFill>
                <a:latin typeface="Arial"/>
                <a:ea typeface="Arial"/>
                <a:cs typeface="Arial"/>
              </a:defRPr>
            </a:lvl8pPr>
            <a:lvl9pPr algn="r">
              <a:defRPr sz="1725" b="1">
                <a:solidFill>
                  <a:srgbClr val="36D9D0"/>
                </a:solidFill>
                <a:latin typeface="Arial"/>
                <a:ea typeface="Arial"/>
                <a:cs typeface="Arial"/>
              </a:defRPr>
            </a:lvl9pPr>
          </a:lstStyle>
          <a:p xmlns:a="http://schemas.openxmlformats.org/drawingml/2006/main">
            <a:pPr algn="r">
              <a:defRPr sz="1725" b="1">
                <a:solidFill>
                  <a:srgbClr val="36D9D0"/>
                </a:solidFill>
                <a:latin typeface="Arial"/>
                <a:ea typeface="Arial"/>
                <a:cs typeface="Arial"/>
              </a:defRPr>
            </a:pPr>
            <a:r>
              <a:rPr sz="1725" b="1">
                <a:solidFill>
                  <a:srgbClr val="36D9D0"/>
                </a:solidFill>
                <a:latin typeface="Arial"/>
                <a:ea typeface="Arial"/>
                <a:cs typeface="Arial"/>
              </a:rPr>
              <a:t>15</a:t>
            </a:r>
          </a:p>
        </p:txBody>
      </p:sp>
      <p:sp>
        <p:nvSpPr>
          <p:cNvPr id="32" name="">
            <a:extLst xmlns:a="http://schemas.openxmlformats.org/drawingml/2006/main">
              <a:ext uri="{FF2B5EF4-FFF2-40B4-BE49-F238E27FC236}">
                <a16:creationId xmlns:a16="http://schemas.microsoft.com/office/drawing/2014/main" id="{BDE10687-AFCE-43DF-A891-A9675C02DE4B}"/>
              </a:ext>
            </a:extLst>
          </p:cNvPr>
          <p:cNvSpPr>
            <a:spLocks xmlns:a="http://schemas.openxmlformats.org/drawingml/2006/main" noGrp="1"/>
          </p:cNvSpPr>
          <p:nvPr/>
        </p:nvSpPr>
        <p:spPr>
          <a:xfrm xmlns:a="http://schemas.openxmlformats.org/drawingml/2006/main">
            <a:off x="6477000" y="4514850"/>
            <a:ext cx="4648200" cy="9525"/>
          </a:xfrm>
          <a:prstGeom xmlns:a="http://schemas.openxmlformats.org/drawingml/2006/main" prst="rect">
            <a:avLst/>
          </a:prstGeom>
          <a:solidFill xmlns:a="http://schemas.openxmlformats.org/drawingml/2006/main">
            <a:srgbClr val="284455"/>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72EF1941-8E89-4166-A70F-93797A9EDCEB}"/>
              </a:ext>
            </a:extLst>
          </p:cNvPr>
          <p:cNvSpPr>
            <a:spLocks xmlns:a="http://schemas.openxmlformats.org/drawingml/2006/main" noGrp="1"/>
          </p:cNvSpPr>
          <p:nvPr/>
        </p:nvSpPr>
        <p:spPr>
          <a:xfrm xmlns:a="http://schemas.openxmlformats.org/drawingml/2006/main">
            <a:off x="6477000" y="4648200"/>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a:solidFill>
                  <a:srgbClr val="F2F7FA"/>
                </a:solidFill>
                <a:latin typeface="Arial"/>
                <a:ea typeface="Arial"/>
                <a:cs typeface="Arial"/>
              </a:defRPr>
            </a:defPPr>
            <a:lvl1pPr algn="l">
              <a:defRPr sz="1575" b="0">
                <a:solidFill>
                  <a:srgbClr val="F2F7FA"/>
                </a:solidFill>
                <a:latin typeface="Arial"/>
                <a:ea typeface="Arial"/>
                <a:cs typeface="Arial"/>
              </a:defRPr>
            </a:lvl1pPr>
            <a:lvl2pPr algn="l">
              <a:defRPr sz="1575" b="0">
                <a:solidFill>
                  <a:srgbClr val="F2F7FA"/>
                </a:solidFill>
                <a:latin typeface="Arial"/>
                <a:ea typeface="Arial"/>
                <a:cs typeface="Arial"/>
              </a:defRPr>
            </a:lvl2pPr>
            <a:lvl3pPr algn="l">
              <a:defRPr sz="1575" b="0">
                <a:solidFill>
                  <a:srgbClr val="F2F7FA"/>
                </a:solidFill>
                <a:latin typeface="Arial"/>
                <a:ea typeface="Arial"/>
                <a:cs typeface="Arial"/>
              </a:defRPr>
            </a:lvl3pPr>
            <a:lvl4pPr algn="l">
              <a:defRPr sz="1575" b="0">
                <a:solidFill>
                  <a:srgbClr val="F2F7FA"/>
                </a:solidFill>
                <a:latin typeface="Arial"/>
                <a:ea typeface="Arial"/>
                <a:cs typeface="Arial"/>
              </a:defRPr>
            </a:lvl4pPr>
            <a:lvl5pPr algn="l">
              <a:defRPr sz="1575" b="0">
                <a:solidFill>
                  <a:srgbClr val="F2F7FA"/>
                </a:solidFill>
                <a:latin typeface="Arial"/>
                <a:ea typeface="Arial"/>
                <a:cs typeface="Arial"/>
              </a:defRPr>
            </a:lvl5pPr>
            <a:lvl6pPr algn="l">
              <a:defRPr sz="1575" b="0">
                <a:solidFill>
                  <a:srgbClr val="F2F7FA"/>
                </a:solidFill>
                <a:latin typeface="Arial"/>
                <a:ea typeface="Arial"/>
                <a:cs typeface="Arial"/>
              </a:defRPr>
            </a:lvl6pPr>
            <a:lvl7pPr algn="l">
              <a:defRPr sz="1575" b="0">
                <a:solidFill>
                  <a:srgbClr val="F2F7FA"/>
                </a:solidFill>
                <a:latin typeface="Arial"/>
                <a:ea typeface="Arial"/>
                <a:cs typeface="Arial"/>
              </a:defRPr>
            </a:lvl7pPr>
            <a:lvl8pPr algn="l">
              <a:defRPr sz="1575" b="0">
                <a:solidFill>
                  <a:srgbClr val="F2F7FA"/>
                </a:solidFill>
                <a:latin typeface="Arial"/>
                <a:ea typeface="Arial"/>
                <a:cs typeface="Arial"/>
              </a:defRPr>
            </a:lvl8pPr>
            <a:lvl9pPr algn="l">
              <a:defRPr sz="1575" b="0">
                <a:solidFill>
                  <a:srgbClr val="F2F7FA"/>
                </a:solidFill>
                <a:latin typeface="Arial"/>
                <a:ea typeface="Arial"/>
                <a:cs typeface="Arial"/>
              </a:defRPr>
            </a:lvl9pPr>
          </a:lstStyle>
          <a:p xmlns:a="http://schemas.openxmlformats.org/drawingml/2006/main">
            <a:pPr algn="l">
              <a:defRPr sz="1575" b="0">
                <a:solidFill>
                  <a:srgbClr val="F2F7FA"/>
                </a:solidFill>
                <a:latin typeface="Arial"/>
                <a:ea typeface="Arial"/>
                <a:cs typeface="Arial"/>
              </a:defRPr>
            </a:pPr>
            <a:r>
              <a:rPr sz="1575" b="0">
                <a:solidFill>
                  <a:srgbClr val="F2F7FA"/>
                </a:solidFill>
                <a:latin typeface="Arial"/>
                <a:ea typeface="Arial"/>
                <a:cs typeface="Arial"/>
              </a:rPr>
              <a:t>Code &amp; demo quality</a:t>
            </a:r>
          </a:p>
        </p:txBody>
      </p:sp>
      <p:sp>
        <p:nvSpPr>
          <p:cNvPr id="34" name="">
            <a:extLst xmlns:a="http://schemas.openxmlformats.org/drawingml/2006/main">
              <a:ext uri="{FF2B5EF4-FFF2-40B4-BE49-F238E27FC236}">
                <a16:creationId xmlns:a16="http://schemas.microsoft.com/office/drawing/2014/main" id="{584041AB-E2A9-4BE5-B9B6-74FE7AF30113}"/>
              </a:ext>
            </a:extLst>
          </p:cNvPr>
          <p:cNvSpPr>
            <a:spLocks xmlns:a="http://schemas.openxmlformats.org/drawingml/2006/main" noGrp="1"/>
          </p:cNvSpPr>
          <p:nvPr/>
        </p:nvSpPr>
        <p:spPr>
          <a:xfrm xmlns:a="http://schemas.openxmlformats.org/drawingml/2006/main">
            <a:off x="10287000" y="4648200"/>
            <a:ext cx="838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725" b="1">
                <a:solidFill>
                  <a:srgbClr val="36D9D0"/>
                </a:solidFill>
                <a:latin typeface="Arial"/>
                <a:ea typeface="Arial"/>
                <a:cs typeface="Arial"/>
              </a:defRPr>
            </a:defPPr>
            <a:lvl1pPr algn="r">
              <a:defRPr sz="1725" b="1">
                <a:solidFill>
                  <a:srgbClr val="36D9D0"/>
                </a:solidFill>
                <a:latin typeface="Arial"/>
                <a:ea typeface="Arial"/>
                <a:cs typeface="Arial"/>
              </a:defRPr>
            </a:lvl1pPr>
            <a:lvl2pPr algn="r">
              <a:defRPr sz="1725" b="1">
                <a:solidFill>
                  <a:srgbClr val="36D9D0"/>
                </a:solidFill>
                <a:latin typeface="Arial"/>
                <a:ea typeface="Arial"/>
                <a:cs typeface="Arial"/>
              </a:defRPr>
            </a:lvl2pPr>
            <a:lvl3pPr algn="r">
              <a:defRPr sz="1725" b="1">
                <a:solidFill>
                  <a:srgbClr val="36D9D0"/>
                </a:solidFill>
                <a:latin typeface="Arial"/>
                <a:ea typeface="Arial"/>
                <a:cs typeface="Arial"/>
              </a:defRPr>
            </a:lvl3pPr>
            <a:lvl4pPr algn="r">
              <a:defRPr sz="1725" b="1">
                <a:solidFill>
                  <a:srgbClr val="36D9D0"/>
                </a:solidFill>
                <a:latin typeface="Arial"/>
                <a:ea typeface="Arial"/>
                <a:cs typeface="Arial"/>
              </a:defRPr>
            </a:lvl4pPr>
            <a:lvl5pPr algn="r">
              <a:defRPr sz="1725" b="1">
                <a:solidFill>
                  <a:srgbClr val="36D9D0"/>
                </a:solidFill>
                <a:latin typeface="Arial"/>
                <a:ea typeface="Arial"/>
                <a:cs typeface="Arial"/>
              </a:defRPr>
            </a:lvl5pPr>
            <a:lvl6pPr algn="r">
              <a:defRPr sz="1725" b="1">
                <a:solidFill>
                  <a:srgbClr val="36D9D0"/>
                </a:solidFill>
                <a:latin typeface="Arial"/>
                <a:ea typeface="Arial"/>
                <a:cs typeface="Arial"/>
              </a:defRPr>
            </a:lvl6pPr>
            <a:lvl7pPr algn="r">
              <a:defRPr sz="1725" b="1">
                <a:solidFill>
                  <a:srgbClr val="36D9D0"/>
                </a:solidFill>
                <a:latin typeface="Arial"/>
                <a:ea typeface="Arial"/>
                <a:cs typeface="Arial"/>
              </a:defRPr>
            </a:lvl7pPr>
            <a:lvl8pPr algn="r">
              <a:defRPr sz="1725" b="1">
                <a:solidFill>
                  <a:srgbClr val="36D9D0"/>
                </a:solidFill>
                <a:latin typeface="Arial"/>
                <a:ea typeface="Arial"/>
                <a:cs typeface="Arial"/>
              </a:defRPr>
            </a:lvl8pPr>
            <a:lvl9pPr algn="r">
              <a:defRPr sz="1725" b="1">
                <a:solidFill>
                  <a:srgbClr val="36D9D0"/>
                </a:solidFill>
                <a:latin typeface="Arial"/>
                <a:ea typeface="Arial"/>
                <a:cs typeface="Arial"/>
              </a:defRPr>
            </a:lvl9pPr>
          </a:lstStyle>
          <a:p xmlns:a="http://schemas.openxmlformats.org/drawingml/2006/main">
            <a:pPr algn="r">
              <a:defRPr sz="1725" b="1">
                <a:solidFill>
                  <a:srgbClr val="36D9D0"/>
                </a:solidFill>
                <a:latin typeface="Arial"/>
                <a:ea typeface="Arial"/>
                <a:cs typeface="Arial"/>
              </a:defRPr>
            </a:pPr>
            <a:r>
              <a:rPr sz="1725" b="1">
                <a:solidFill>
                  <a:srgbClr val="36D9D0"/>
                </a:solidFill>
                <a:latin typeface="Arial"/>
                <a:ea typeface="Arial"/>
                <a:cs typeface="Arial"/>
              </a:rPr>
              <a:t>10</a:t>
            </a:r>
          </a:p>
        </p:txBody>
      </p:sp>
      <p:sp>
        <p:nvSpPr>
          <p:cNvPr id="35" name="">
            <a:extLst xmlns:a="http://schemas.openxmlformats.org/drawingml/2006/main">
              <a:ext uri="{FF2B5EF4-FFF2-40B4-BE49-F238E27FC236}">
                <a16:creationId xmlns:a16="http://schemas.microsoft.com/office/drawing/2014/main" id="{FA407D6F-B8B0-4427-8465-B721DC81D195}"/>
              </a:ext>
            </a:extLst>
          </p:cNvPr>
          <p:cNvSpPr>
            <a:spLocks xmlns:a="http://schemas.openxmlformats.org/drawingml/2006/main" noGrp="1"/>
          </p:cNvSpPr>
          <p:nvPr/>
        </p:nvSpPr>
        <p:spPr>
          <a:xfrm xmlns:a="http://schemas.openxmlformats.org/drawingml/2006/main">
            <a:off x="6477000" y="4981575"/>
            <a:ext cx="4648200" cy="9525"/>
          </a:xfrm>
          <a:prstGeom xmlns:a="http://schemas.openxmlformats.org/drawingml/2006/main" prst="rect">
            <a:avLst/>
          </a:prstGeom>
          <a:solidFill xmlns:a="http://schemas.openxmlformats.org/drawingml/2006/main">
            <a:srgbClr val="284455"/>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84431523-B395-4A43-B19F-DB596CB47DC1}"/>
              </a:ext>
            </a:extLst>
          </p:cNvPr>
          <p:cNvSpPr>
            <a:spLocks xmlns:a="http://schemas.openxmlformats.org/drawingml/2006/main" noGrp="1"/>
          </p:cNvSpPr>
          <p:nvPr/>
        </p:nvSpPr>
        <p:spPr>
          <a:xfrm xmlns:a="http://schemas.openxmlformats.org/drawingml/2006/main">
            <a:off x="6477000" y="514350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0">
                <a:solidFill>
                  <a:srgbClr val="B2C4CF"/>
                </a:solidFill>
                <a:latin typeface="Arial"/>
                <a:ea typeface="Arial"/>
                <a:cs typeface="Arial"/>
              </a:defRPr>
            </a:defPPr>
            <a:lvl1pPr algn="l">
              <a:defRPr sz="1050" b="0">
                <a:solidFill>
                  <a:srgbClr val="B2C4CF"/>
                </a:solidFill>
                <a:latin typeface="Arial"/>
                <a:ea typeface="Arial"/>
                <a:cs typeface="Arial"/>
              </a:defRPr>
            </a:lvl1pPr>
            <a:lvl2pPr algn="l">
              <a:defRPr sz="1050" b="0">
                <a:solidFill>
                  <a:srgbClr val="B2C4CF"/>
                </a:solidFill>
                <a:latin typeface="Arial"/>
                <a:ea typeface="Arial"/>
                <a:cs typeface="Arial"/>
              </a:defRPr>
            </a:lvl2pPr>
            <a:lvl3pPr algn="l">
              <a:defRPr sz="1050" b="0">
                <a:solidFill>
                  <a:srgbClr val="B2C4CF"/>
                </a:solidFill>
                <a:latin typeface="Arial"/>
                <a:ea typeface="Arial"/>
                <a:cs typeface="Arial"/>
              </a:defRPr>
            </a:lvl3pPr>
            <a:lvl4pPr algn="l">
              <a:defRPr sz="1050" b="0">
                <a:solidFill>
                  <a:srgbClr val="B2C4CF"/>
                </a:solidFill>
                <a:latin typeface="Arial"/>
                <a:ea typeface="Arial"/>
                <a:cs typeface="Arial"/>
              </a:defRPr>
            </a:lvl4pPr>
            <a:lvl5pPr algn="l">
              <a:defRPr sz="1050" b="0">
                <a:solidFill>
                  <a:srgbClr val="B2C4CF"/>
                </a:solidFill>
                <a:latin typeface="Arial"/>
                <a:ea typeface="Arial"/>
                <a:cs typeface="Arial"/>
              </a:defRPr>
            </a:lvl5pPr>
            <a:lvl6pPr algn="l">
              <a:defRPr sz="1050" b="0">
                <a:solidFill>
                  <a:srgbClr val="B2C4CF"/>
                </a:solidFill>
                <a:latin typeface="Arial"/>
                <a:ea typeface="Arial"/>
                <a:cs typeface="Arial"/>
              </a:defRPr>
            </a:lvl6pPr>
            <a:lvl7pPr algn="l">
              <a:defRPr sz="1050" b="0">
                <a:solidFill>
                  <a:srgbClr val="B2C4CF"/>
                </a:solidFill>
                <a:latin typeface="Arial"/>
                <a:ea typeface="Arial"/>
                <a:cs typeface="Arial"/>
              </a:defRPr>
            </a:lvl7pPr>
            <a:lvl8pPr algn="l">
              <a:defRPr sz="1050" b="0">
                <a:solidFill>
                  <a:srgbClr val="B2C4CF"/>
                </a:solidFill>
                <a:latin typeface="Arial"/>
                <a:ea typeface="Arial"/>
                <a:cs typeface="Arial"/>
              </a:defRPr>
            </a:lvl8pPr>
            <a:lvl9pPr algn="l">
              <a:defRPr sz="1050" b="0">
                <a:solidFill>
                  <a:srgbClr val="B2C4CF"/>
                </a:solidFill>
                <a:latin typeface="Arial"/>
                <a:ea typeface="Arial"/>
                <a:cs typeface="Arial"/>
              </a:defRPr>
            </a:lvl9pPr>
          </a:lstStyle>
          <a:p xmlns:a="http://schemas.openxmlformats.org/drawingml/2006/main">
            <a:pPr algn="l">
              <a:defRPr sz="1050" b="0">
                <a:solidFill>
                  <a:srgbClr val="B2C4CF"/>
                </a:solidFill>
                <a:latin typeface="Arial"/>
                <a:ea typeface="Arial"/>
                <a:cs typeface="Arial"/>
              </a:defRPr>
            </a:pPr>
            <a:r>
              <a:rPr sz="1050" b="0">
                <a:solidFill>
                  <a:srgbClr val="B2C4CF"/>
                </a:solidFill>
                <a:latin typeface="Arial"/>
                <a:ea typeface="Arial"/>
                <a:cs typeface="Arial"/>
              </a:rPr>
              <a:t>Judges · Harshavardhan Reddy Ramireddy | Vamsi Chittoor</a:t>
            </a:r>
          </a:p>
        </p:txBody>
      </p:sp>
    </p:spTree>
    <p:extLst>
      <p:ext uri="{BB962C8B-B14F-4D97-AF65-F5344CB8AC3E}">
        <p14:creationId xmlns:p14="http://schemas.microsoft.com/office/powerpoint/2010/main" val="472641987"/>
      </p:ext>
    </p:extLst>
  </p:cSld>
</p:sld>
</file>

<file path=ppt/slides/slide3.xml><?xml version="1.0" encoding="utf-8"?>
<p:sld xmlns:p="http://schemas.openxmlformats.org/presentationml/2006/main">
  <p:cSld>
    <p:bg>
      <p:bgPr>
        <a:solidFill xmlns:a="http://schemas.openxmlformats.org/drawingml/2006/main">
          <a:srgbClr val="07131F"/>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7469A66E-61CD-4E8C-B848-67A8C6E0F7C9}"/>
              </a:ext>
            </a:extLst>
          </p:cNvPr>
          <p:cNvSpPr>
            <a:spLocks xmlns:a="http://schemas.openxmlformats.org/drawingml/2006/main" noGrp="1"/>
          </p:cNvSpPr>
          <p:nvPr/>
        </p:nvSpPr>
        <p:spPr>
          <a:xfrm xmlns:a="http://schemas.openxmlformats.org/drawingml/2006/main">
            <a:off x="609600" y="247650"/>
            <a:ext cx="876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36D9D0"/>
                </a:solidFill>
                <a:latin typeface="Arial"/>
                <a:ea typeface="Arial"/>
                <a:cs typeface="Arial"/>
              </a:defRPr>
            </a:defPPr>
            <a:lvl1pPr algn="l">
              <a:defRPr sz="1125" b="1">
                <a:solidFill>
                  <a:srgbClr val="36D9D0"/>
                </a:solidFill>
                <a:latin typeface="Arial"/>
                <a:ea typeface="Arial"/>
                <a:cs typeface="Arial"/>
              </a:defRPr>
            </a:lvl1pPr>
            <a:lvl2pPr algn="l">
              <a:defRPr sz="1125" b="1">
                <a:solidFill>
                  <a:srgbClr val="36D9D0"/>
                </a:solidFill>
                <a:latin typeface="Arial"/>
                <a:ea typeface="Arial"/>
                <a:cs typeface="Arial"/>
              </a:defRPr>
            </a:lvl2pPr>
            <a:lvl3pPr algn="l">
              <a:defRPr sz="1125" b="1">
                <a:solidFill>
                  <a:srgbClr val="36D9D0"/>
                </a:solidFill>
                <a:latin typeface="Arial"/>
                <a:ea typeface="Arial"/>
                <a:cs typeface="Arial"/>
              </a:defRPr>
            </a:lvl3pPr>
            <a:lvl4pPr algn="l">
              <a:defRPr sz="1125" b="1">
                <a:solidFill>
                  <a:srgbClr val="36D9D0"/>
                </a:solidFill>
                <a:latin typeface="Arial"/>
                <a:ea typeface="Arial"/>
                <a:cs typeface="Arial"/>
              </a:defRPr>
            </a:lvl4pPr>
            <a:lvl5pPr algn="l">
              <a:defRPr sz="1125" b="1">
                <a:solidFill>
                  <a:srgbClr val="36D9D0"/>
                </a:solidFill>
                <a:latin typeface="Arial"/>
                <a:ea typeface="Arial"/>
                <a:cs typeface="Arial"/>
              </a:defRPr>
            </a:lvl5pPr>
            <a:lvl6pPr algn="l">
              <a:defRPr sz="1125" b="1">
                <a:solidFill>
                  <a:srgbClr val="36D9D0"/>
                </a:solidFill>
                <a:latin typeface="Arial"/>
                <a:ea typeface="Arial"/>
                <a:cs typeface="Arial"/>
              </a:defRPr>
            </a:lvl6pPr>
            <a:lvl7pPr algn="l">
              <a:defRPr sz="1125" b="1">
                <a:solidFill>
                  <a:srgbClr val="36D9D0"/>
                </a:solidFill>
                <a:latin typeface="Arial"/>
                <a:ea typeface="Arial"/>
                <a:cs typeface="Arial"/>
              </a:defRPr>
            </a:lvl7pPr>
            <a:lvl8pPr algn="l">
              <a:defRPr sz="1125" b="1">
                <a:solidFill>
                  <a:srgbClr val="36D9D0"/>
                </a:solidFill>
                <a:latin typeface="Arial"/>
                <a:ea typeface="Arial"/>
                <a:cs typeface="Arial"/>
              </a:defRPr>
            </a:lvl8pPr>
            <a:lvl9pPr algn="l">
              <a:defRPr sz="1125" b="1">
                <a:solidFill>
                  <a:srgbClr val="36D9D0"/>
                </a:solidFill>
                <a:latin typeface="Arial"/>
                <a:ea typeface="Arial"/>
                <a:cs typeface="Arial"/>
              </a:defRPr>
            </a:lvl9pPr>
          </a:lstStyle>
          <a:p xmlns:a="http://schemas.openxmlformats.org/drawingml/2006/main">
            <a:pPr algn="l">
              <a:defRPr sz="1125" b="1">
                <a:solidFill>
                  <a:srgbClr val="36D9D0"/>
                </a:solidFill>
                <a:latin typeface="Arial"/>
                <a:ea typeface="Arial"/>
                <a:cs typeface="Arial"/>
              </a:defRPr>
            </a:pPr>
            <a:r>
              <a:rPr sz="1125" b="1">
                <a:solidFill>
                  <a:srgbClr val="36D9D0"/>
                </a:solidFill>
                <a:latin typeface="Arial"/>
                <a:ea typeface="Arial"/>
                <a:cs typeface="Arial"/>
              </a:rPr>
              <a:t>SENTINEL PULSE   /   DATA</a:t>
            </a:r>
          </a:p>
        </p:txBody>
      </p:sp>
      <p:sp>
        <p:nvSpPr>
          <p:cNvPr id="2" name="">
            <a:extLst xmlns:a="http://schemas.openxmlformats.org/drawingml/2006/main">
              <a:ext uri="{FF2B5EF4-FFF2-40B4-BE49-F238E27FC236}">
                <a16:creationId xmlns:a16="http://schemas.microsoft.com/office/drawing/2014/main" id="{35D1DEC1-9547-45D9-BA46-256F11266426}"/>
              </a:ext>
            </a:extLst>
          </p:cNvPr>
          <p:cNvSpPr>
            <a:spLocks xmlns:a="http://schemas.openxmlformats.org/drawingml/2006/main" noGrp="1"/>
          </p:cNvSpPr>
          <p:nvPr/>
        </p:nvSpPr>
        <p:spPr>
          <a:xfrm xmlns:a="http://schemas.openxmlformats.org/drawingml/2006/main">
            <a:off x="609600" y="590550"/>
            <a:ext cx="10972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700" b="1">
                <a:solidFill>
                  <a:srgbClr val="F2F7FA"/>
                </a:solidFill>
                <a:latin typeface="Arial"/>
                <a:ea typeface="Arial"/>
                <a:cs typeface="Arial"/>
              </a:defRPr>
            </a:defPPr>
            <a:lvl1pPr algn="l">
              <a:defRPr sz="2700" b="1">
                <a:solidFill>
                  <a:srgbClr val="F2F7FA"/>
                </a:solidFill>
                <a:latin typeface="Arial"/>
                <a:ea typeface="Arial"/>
                <a:cs typeface="Arial"/>
              </a:defRPr>
            </a:lvl1pPr>
            <a:lvl2pPr algn="l">
              <a:defRPr sz="2700" b="1">
                <a:solidFill>
                  <a:srgbClr val="F2F7FA"/>
                </a:solidFill>
                <a:latin typeface="Arial"/>
                <a:ea typeface="Arial"/>
                <a:cs typeface="Arial"/>
              </a:defRPr>
            </a:lvl2pPr>
            <a:lvl3pPr algn="l">
              <a:defRPr sz="2700" b="1">
                <a:solidFill>
                  <a:srgbClr val="F2F7FA"/>
                </a:solidFill>
                <a:latin typeface="Arial"/>
                <a:ea typeface="Arial"/>
                <a:cs typeface="Arial"/>
              </a:defRPr>
            </a:lvl3pPr>
            <a:lvl4pPr algn="l">
              <a:defRPr sz="2700" b="1">
                <a:solidFill>
                  <a:srgbClr val="F2F7FA"/>
                </a:solidFill>
                <a:latin typeface="Arial"/>
                <a:ea typeface="Arial"/>
                <a:cs typeface="Arial"/>
              </a:defRPr>
            </a:lvl4pPr>
            <a:lvl5pPr algn="l">
              <a:defRPr sz="2700" b="1">
                <a:solidFill>
                  <a:srgbClr val="F2F7FA"/>
                </a:solidFill>
                <a:latin typeface="Arial"/>
                <a:ea typeface="Arial"/>
                <a:cs typeface="Arial"/>
              </a:defRPr>
            </a:lvl5pPr>
            <a:lvl6pPr algn="l">
              <a:defRPr sz="2700" b="1">
                <a:solidFill>
                  <a:srgbClr val="F2F7FA"/>
                </a:solidFill>
                <a:latin typeface="Arial"/>
                <a:ea typeface="Arial"/>
                <a:cs typeface="Arial"/>
              </a:defRPr>
            </a:lvl6pPr>
            <a:lvl7pPr algn="l">
              <a:defRPr sz="2700" b="1">
                <a:solidFill>
                  <a:srgbClr val="F2F7FA"/>
                </a:solidFill>
                <a:latin typeface="Arial"/>
                <a:ea typeface="Arial"/>
                <a:cs typeface="Arial"/>
              </a:defRPr>
            </a:lvl7pPr>
            <a:lvl8pPr algn="l">
              <a:defRPr sz="2700" b="1">
                <a:solidFill>
                  <a:srgbClr val="F2F7FA"/>
                </a:solidFill>
                <a:latin typeface="Arial"/>
                <a:ea typeface="Arial"/>
                <a:cs typeface="Arial"/>
              </a:defRPr>
            </a:lvl8pPr>
            <a:lvl9pPr algn="l">
              <a:defRPr sz="2700" b="1">
                <a:solidFill>
                  <a:srgbClr val="F2F7FA"/>
                </a:solidFill>
                <a:latin typeface="Arial"/>
                <a:ea typeface="Arial"/>
                <a:cs typeface="Arial"/>
              </a:defRPr>
            </a:lvl9pPr>
          </a:lstStyle>
          <a:p xmlns:a="http://schemas.openxmlformats.org/drawingml/2006/main">
            <a:pPr algn="l">
              <a:defRPr sz="2700" b="1">
                <a:solidFill>
                  <a:srgbClr val="F2F7FA"/>
                </a:solidFill>
                <a:latin typeface="Arial"/>
                <a:ea typeface="Arial"/>
                <a:cs typeface="Arial"/>
              </a:defRPr>
            </a:pPr>
            <a:r>
              <a:rPr sz="2700" b="1">
                <a:solidFill>
                  <a:srgbClr val="F2F7FA"/>
                </a:solidFill>
                <a:latin typeface="Arial"/>
                <a:ea typeface="Arial"/>
                <a:cs typeface="Arial"/>
              </a:rPr>
              <a:t>The official pack is still a dependency</a:t>
            </a:r>
          </a:p>
        </p:txBody>
      </p:sp>
      <p:sp>
        <p:nvSpPr>
          <p:cNvPr id="3" name="">
            <a:extLst xmlns:a="http://schemas.openxmlformats.org/drawingml/2006/main">
              <a:ext uri="{FF2B5EF4-FFF2-40B4-BE49-F238E27FC236}">
                <a16:creationId xmlns:a16="http://schemas.microsoft.com/office/drawing/2014/main" id="{8D405104-F104-479C-BB75-BB305653E55D}"/>
              </a:ext>
            </a:extLst>
          </p:cNvPr>
          <p:cNvSpPr>
            <a:spLocks xmlns:a="http://schemas.openxmlformats.org/drawingml/2006/main" noGrp="1"/>
          </p:cNvSpPr>
          <p:nvPr/>
        </p:nvSpPr>
        <p:spPr>
          <a:xfrm xmlns:a="http://schemas.openxmlformats.org/drawingml/2006/main">
            <a:off x="609600" y="1200150"/>
            <a:ext cx="10972800" cy="9525"/>
          </a:xfrm>
          <a:prstGeom xmlns:a="http://schemas.openxmlformats.org/drawingml/2006/main" prst="rect">
            <a:avLst/>
          </a:prstGeom>
          <a:solidFill xmlns:a="http://schemas.openxmlformats.org/drawingml/2006/main">
            <a:srgbClr val="284455"/>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2ABB5B2-5A9F-443F-9EE7-EAEF5F006F12}"/>
              </a:ext>
            </a:extLst>
          </p:cNvPr>
          <p:cNvSpPr>
            <a:spLocks xmlns:a="http://schemas.openxmlformats.org/drawingml/2006/main" noGrp="1"/>
          </p:cNvSpPr>
          <p:nvPr/>
        </p:nvSpPr>
        <p:spPr>
          <a:xfrm xmlns:a="http://schemas.openxmlformats.org/drawingml/2006/main">
            <a:off x="609600" y="6496050"/>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00" b="0">
                <a:solidFill>
                  <a:srgbClr val="B2C4CF"/>
                </a:solidFill>
                <a:latin typeface="Arial"/>
                <a:ea typeface="Arial"/>
                <a:cs typeface="Arial"/>
              </a:defRPr>
            </a:defPPr>
            <a:lvl1pPr algn="r">
              <a:defRPr sz="900" b="0">
                <a:solidFill>
                  <a:srgbClr val="B2C4CF"/>
                </a:solidFill>
                <a:latin typeface="Arial"/>
                <a:ea typeface="Arial"/>
                <a:cs typeface="Arial"/>
              </a:defRPr>
            </a:lvl1pPr>
            <a:lvl2pPr algn="r">
              <a:defRPr sz="900" b="0">
                <a:solidFill>
                  <a:srgbClr val="B2C4CF"/>
                </a:solidFill>
                <a:latin typeface="Arial"/>
                <a:ea typeface="Arial"/>
                <a:cs typeface="Arial"/>
              </a:defRPr>
            </a:lvl2pPr>
            <a:lvl3pPr algn="r">
              <a:defRPr sz="900" b="0">
                <a:solidFill>
                  <a:srgbClr val="B2C4CF"/>
                </a:solidFill>
                <a:latin typeface="Arial"/>
                <a:ea typeface="Arial"/>
                <a:cs typeface="Arial"/>
              </a:defRPr>
            </a:lvl3pPr>
            <a:lvl4pPr algn="r">
              <a:defRPr sz="900" b="0">
                <a:solidFill>
                  <a:srgbClr val="B2C4CF"/>
                </a:solidFill>
                <a:latin typeface="Arial"/>
                <a:ea typeface="Arial"/>
                <a:cs typeface="Arial"/>
              </a:defRPr>
            </a:lvl4pPr>
            <a:lvl5pPr algn="r">
              <a:defRPr sz="900" b="0">
                <a:solidFill>
                  <a:srgbClr val="B2C4CF"/>
                </a:solidFill>
                <a:latin typeface="Arial"/>
                <a:ea typeface="Arial"/>
                <a:cs typeface="Arial"/>
              </a:defRPr>
            </a:lvl5pPr>
            <a:lvl6pPr algn="r">
              <a:defRPr sz="900" b="0">
                <a:solidFill>
                  <a:srgbClr val="B2C4CF"/>
                </a:solidFill>
                <a:latin typeface="Arial"/>
                <a:ea typeface="Arial"/>
                <a:cs typeface="Arial"/>
              </a:defRPr>
            </a:lvl6pPr>
            <a:lvl7pPr algn="r">
              <a:defRPr sz="900" b="0">
                <a:solidFill>
                  <a:srgbClr val="B2C4CF"/>
                </a:solidFill>
                <a:latin typeface="Arial"/>
                <a:ea typeface="Arial"/>
                <a:cs typeface="Arial"/>
              </a:defRPr>
            </a:lvl7pPr>
            <a:lvl8pPr algn="r">
              <a:defRPr sz="900" b="0">
                <a:solidFill>
                  <a:srgbClr val="B2C4CF"/>
                </a:solidFill>
                <a:latin typeface="Arial"/>
                <a:ea typeface="Arial"/>
                <a:cs typeface="Arial"/>
              </a:defRPr>
            </a:lvl8pPr>
            <a:lvl9pPr algn="r">
              <a:defRPr sz="900" b="0">
                <a:solidFill>
                  <a:srgbClr val="B2C4CF"/>
                </a:solidFill>
                <a:latin typeface="Arial"/>
                <a:ea typeface="Arial"/>
                <a:cs typeface="Arial"/>
              </a:defRPr>
            </a:lvl9pPr>
          </a:lstStyle>
          <a:p xmlns:a="http://schemas.openxmlformats.org/drawingml/2006/main">
            <a:pPr algn="r">
              <a:defRPr sz="900" b="0">
                <a:solidFill>
                  <a:srgbClr val="B2C4CF"/>
                </a:solidFill>
                <a:latin typeface="Arial"/>
                <a:ea typeface="Arial"/>
                <a:cs typeface="Arial"/>
              </a:defRPr>
            </a:pPr>
            <a:r>
              <a:rPr sz="900" b="0">
                <a:solidFill>
                  <a:srgbClr val="B2C4CF"/>
                </a:solidFill>
                <a:latin typeface="Arial"/>
                <a:ea typeface="Arial"/>
                <a:cs typeface="Arial"/>
              </a:rPr>
              <a:t>UTKRISHTA 2026  ·  CHALLENGE 2  ·  03 / 10</a:t>
            </a:r>
          </a:p>
        </p:txBody>
      </p:sp>
      <p:sp>
        <p:nvSpPr>
          <p:cNvPr id="5" name="">
            <a:extLst xmlns:a="http://schemas.openxmlformats.org/drawingml/2006/main">
              <a:ext uri="{FF2B5EF4-FFF2-40B4-BE49-F238E27FC236}">
                <a16:creationId xmlns:a16="http://schemas.microsoft.com/office/drawing/2014/main" id="{C85685D4-B791-406E-ADCD-B7A974BF96C4}"/>
              </a:ext>
            </a:extLst>
          </p:cNvPr>
          <p:cNvSpPr>
            <a:spLocks xmlns:a="http://schemas.openxmlformats.org/drawingml/2006/main" noGrp="1"/>
          </p:cNvSpPr>
          <p:nvPr/>
        </p:nvSpPr>
        <p:spPr>
          <a:xfrm xmlns:a="http://schemas.openxmlformats.org/drawingml/2006/main">
            <a:off x="647700" y="1504950"/>
            <a:ext cx="4953000" cy="3886200"/>
          </a:xfrm>
          <a:prstGeom xmlns:a="http://schemas.openxmlformats.org/drawingml/2006/main" prst="roundRect">
            <a:avLst>
              <a:gd name="adj" fmla="val 1961"/>
            </a:avLst>
          </a:prstGeom>
          <a:solidFill xmlns:a="http://schemas.openxmlformats.org/drawingml/2006/main">
            <a:srgbClr val="102332"/>
          </a:solidFill>
          <a:ln xmlns:a="http://schemas.openxmlformats.org/drawingml/2006/main" w="9525">
            <a:solidFill>
              <a:srgbClr val="284455"/>
            </a:solidFill>
            <a:prstDash val="solid"/>
          </a:ln>
        </p:spPr>
      </p:sp>
      <p:sp>
        <p:nvSpPr>
          <p:cNvPr id="6" name="">
            <a:extLst xmlns:a="http://schemas.openxmlformats.org/drawingml/2006/main">
              <a:ext uri="{FF2B5EF4-FFF2-40B4-BE49-F238E27FC236}">
                <a16:creationId xmlns:a16="http://schemas.microsoft.com/office/drawing/2014/main" id="{9FDB98CB-29A2-4CDD-8842-3DE01BDAC06C}"/>
              </a:ext>
            </a:extLst>
          </p:cNvPr>
          <p:cNvSpPr>
            <a:spLocks xmlns:a="http://schemas.openxmlformats.org/drawingml/2006/main" noGrp="1"/>
          </p:cNvSpPr>
          <p:nvPr/>
        </p:nvSpPr>
        <p:spPr>
          <a:xfrm xmlns:a="http://schemas.openxmlformats.org/drawingml/2006/main">
            <a:off x="647700" y="1504950"/>
            <a:ext cx="38100" cy="3886200"/>
          </a:xfrm>
          <a:prstGeom xmlns:a="http://schemas.openxmlformats.org/drawingml/2006/main" prst="rect">
            <a:avLst/>
          </a:prstGeom>
          <a:solidFill xmlns:a="http://schemas.openxmlformats.org/drawingml/2006/main">
            <a:srgbClr val="FF6978"/>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CD8F1980-1B2B-487A-AF22-690456252E19}"/>
              </a:ext>
            </a:extLst>
          </p:cNvPr>
          <p:cNvSpPr>
            <a:spLocks xmlns:a="http://schemas.openxmlformats.org/drawingml/2006/main" noGrp="1"/>
          </p:cNvSpPr>
          <p:nvPr/>
        </p:nvSpPr>
        <p:spPr>
          <a:xfrm xmlns:a="http://schemas.openxmlformats.org/drawingml/2006/main">
            <a:off x="895350" y="1752600"/>
            <a:ext cx="4305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1">
                <a:solidFill>
                  <a:srgbClr val="FF6978"/>
                </a:solidFill>
                <a:latin typeface="Arial"/>
                <a:ea typeface="Arial"/>
                <a:cs typeface="Arial"/>
              </a:defRPr>
            </a:defPPr>
            <a:lvl1pPr algn="l">
              <a:defRPr sz="1275" b="1">
                <a:solidFill>
                  <a:srgbClr val="FF6978"/>
                </a:solidFill>
                <a:latin typeface="Arial"/>
                <a:ea typeface="Arial"/>
                <a:cs typeface="Arial"/>
              </a:defRPr>
            </a:lvl1pPr>
            <a:lvl2pPr algn="l">
              <a:defRPr sz="1275" b="1">
                <a:solidFill>
                  <a:srgbClr val="FF6978"/>
                </a:solidFill>
                <a:latin typeface="Arial"/>
                <a:ea typeface="Arial"/>
                <a:cs typeface="Arial"/>
              </a:defRPr>
            </a:lvl2pPr>
            <a:lvl3pPr algn="l">
              <a:defRPr sz="1275" b="1">
                <a:solidFill>
                  <a:srgbClr val="FF6978"/>
                </a:solidFill>
                <a:latin typeface="Arial"/>
                <a:ea typeface="Arial"/>
                <a:cs typeface="Arial"/>
              </a:defRPr>
            </a:lvl3pPr>
            <a:lvl4pPr algn="l">
              <a:defRPr sz="1275" b="1">
                <a:solidFill>
                  <a:srgbClr val="FF6978"/>
                </a:solidFill>
                <a:latin typeface="Arial"/>
                <a:ea typeface="Arial"/>
                <a:cs typeface="Arial"/>
              </a:defRPr>
            </a:lvl4pPr>
            <a:lvl5pPr algn="l">
              <a:defRPr sz="1275" b="1">
                <a:solidFill>
                  <a:srgbClr val="FF6978"/>
                </a:solidFill>
                <a:latin typeface="Arial"/>
                <a:ea typeface="Arial"/>
                <a:cs typeface="Arial"/>
              </a:defRPr>
            </a:lvl5pPr>
            <a:lvl6pPr algn="l">
              <a:defRPr sz="1275" b="1">
                <a:solidFill>
                  <a:srgbClr val="FF6978"/>
                </a:solidFill>
                <a:latin typeface="Arial"/>
                <a:ea typeface="Arial"/>
                <a:cs typeface="Arial"/>
              </a:defRPr>
            </a:lvl6pPr>
            <a:lvl7pPr algn="l">
              <a:defRPr sz="1275" b="1">
                <a:solidFill>
                  <a:srgbClr val="FF6978"/>
                </a:solidFill>
                <a:latin typeface="Arial"/>
                <a:ea typeface="Arial"/>
                <a:cs typeface="Arial"/>
              </a:defRPr>
            </a:lvl7pPr>
            <a:lvl8pPr algn="l">
              <a:defRPr sz="1275" b="1">
                <a:solidFill>
                  <a:srgbClr val="FF6978"/>
                </a:solidFill>
                <a:latin typeface="Arial"/>
                <a:ea typeface="Arial"/>
                <a:cs typeface="Arial"/>
              </a:defRPr>
            </a:lvl8pPr>
            <a:lvl9pPr algn="l">
              <a:defRPr sz="1275" b="1">
                <a:solidFill>
                  <a:srgbClr val="FF6978"/>
                </a:solidFill>
                <a:latin typeface="Arial"/>
                <a:ea typeface="Arial"/>
                <a:cs typeface="Arial"/>
              </a:defRPr>
            </a:lvl9pPr>
          </a:lstStyle>
          <a:p xmlns:a="http://schemas.openxmlformats.org/drawingml/2006/main">
            <a:pPr algn="l">
              <a:defRPr sz="1275" b="1">
                <a:solidFill>
                  <a:srgbClr val="FF6978"/>
                </a:solidFill>
                <a:latin typeface="Arial"/>
                <a:ea typeface="Arial"/>
                <a:cs typeface="Arial"/>
              </a:defRPr>
            </a:pPr>
            <a:r>
              <a:rPr sz="1275" b="1">
                <a:solidFill>
                  <a:srgbClr val="FF6978"/>
                </a:solidFill>
                <a:latin typeface="Arial"/>
                <a:ea typeface="Arial"/>
                <a:cs typeface="Arial"/>
              </a:rPr>
              <a:t>OFFICIAL CHALLENGE DATA</a:t>
            </a:r>
          </a:p>
        </p:txBody>
      </p:sp>
      <p:sp>
        <p:nvSpPr>
          <p:cNvPr id="8" name="">
            <a:extLst xmlns:a="http://schemas.openxmlformats.org/drawingml/2006/main">
              <a:ext uri="{FF2B5EF4-FFF2-40B4-BE49-F238E27FC236}">
                <a16:creationId xmlns:a16="http://schemas.microsoft.com/office/drawing/2014/main" id="{3982196A-302D-459F-B390-221718BD8C55}"/>
              </a:ext>
            </a:extLst>
          </p:cNvPr>
          <p:cNvSpPr>
            <a:spLocks xmlns:a="http://schemas.openxmlformats.org/drawingml/2006/main" noGrp="1"/>
          </p:cNvSpPr>
          <p:nvPr/>
        </p:nvSpPr>
        <p:spPr>
          <a:xfrm xmlns:a="http://schemas.openxmlformats.org/drawingml/2006/main">
            <a:off x="895350" y="2266950"/>
            <a:ext cx="4191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175" b="1">
                <a:solidFill>
                  <a:srgbClr val="F2F7FA"/>
                </a:solidFill>
                <a:latin typeface="Arial"/>
                <a:ea typeface="Arial"/>
                <a:cs typeface="Arial"/>
              </a:defRPr>
            </a:defPPr>
            <a:lvl1pPr algn="l">
              <a:defRPr sz="2175" b="1">
                <a:solidFill>
                  <a:srgbClr val="F2F7FA"/>
                </a:solidFill>
                <a:latin typeface="Arial"/>
                <a:ea typeface="Arial"/>
                <a:cs typeface="Arial"/>
              </a:defRPr>
            </a:lvl1pPr>
            <a:lvl2pPr algn="l">
              <a:defRPr sz="2175" b="1">
                <a:solidFill>
                  <a:srgbClr val="F2F7FA"/>
                </a:solidFill>
                <a:latin typeface="Arial"/>
                <a:ea typeface="Arial"/>
                <a:cs typeface="Arial"/>
              </a:defRPr>
            </a:lvl2pPr>
            <a:lvl3pPr algn="l">
              <a:defRPr sz="2175" b="1">
                <a:solidFill>
                  <a:srgbClr val="F2F7FA"/>
                </a:solidFill>
                <a:latin typeface="Arial"/>
                <a:ea typeface="Arial"/>
                <a:cs typeface="Arial"/>
              </a:defRPr>
            </a:lvl3pPr>
            <a:lvl4pPr algn="l">
              <a:defRPr sz="2175" b="1">
                <a:solidFill>
                  <a:srgbClr val="F2F7FA"/>
                </a:solidFill>
                <a:latin typeface="Arial"/>
                <a:ea typeface="Arial"/>
                <a:cs typeface="Arial"/>
              </a:defRPr>
            </a:lvl4pPr>
            <a:lvl5pPr algn="l">
              <a:defRPr sz="2175" b="1">
                <a:solidFill>
                  <a:srgbClr val="F2F7FA"/>
                </a:solidFill>
                <a:latin typeface="Arial"/>
                <a:ea typeface="Arial"/>
                <a:cs typeface="Arial"/>
              </a:defRPr>
            </a:lvl5pPr>
            <a:lvl6pPr algn="l">
              <a:defRPr sz="2175" b="1">
                <a:solidFill>
                  <a:srgbClr val="F2F7FA"/>
                </a:solidFill>
                <a:latin typeface="Arial"/>
                <a:ea typeface="Arial"/>
                <a:cs typeface="Arial"/>
              </a:defRPr>
            </a:lvl6pPr>
            <a:lvl7pPr algn="l">
              <a:defRPr sz="2175" b="1">
                <a:solidFill>
                  <a:srgbClr val="F2F7FA"/>
                </a:solidFill>
                <a:latin typeface="Arial"/>
                <a:ea typeface="Arial"/>
                <a:cs typeface="Arial"/>
              </a:defRPr>
            </a:lvl7pPr>
            <a:lvl8pPr algn="l">
              <a:defRPr sz="2175" b="1">
                <a:solidFill>
                  <a:srgbClr val="F2F7FA"/>
                </a:solidFill>
                <a:latin typeface="Arial"/>
                <a:ea typeface="Arial"/>
                <a:cs typeface="Arial"/>
              </a:defRPr>
            </a:lvl8pPr>
            <a:lvl9pPr algn="l">
              <a:defRPr sz="2175" b="1">
                <a:solidFill>
                  <a:srgbClr val="F2F7FA"/>
                </a:solidFill>
                <a:latin typeface="Arial"/>
                <a:ea typeface="Arial"/>
                <a:cs typeface="Arial"/>
              </a:defRPr>
            </a:lvl9pPr>
          </a:lstStyle>
          <a:p xmlns:a="http://schemas.openxmlformats.org/drawingml/2006/main">
            <a:pPr algn="l">
              <a:defRPr sz="2175" b="1">
                <a:solidFill>
                  <a:srgbClr val="F2F7FA"/>
                </a:solidFill>
                <a:latin typeface="Arial"/>
                <a:ea typeface="Arial"/>
                <a:cs typeface="Arial"/>
              </a:defRPr>
            </a:pPr>
            <a:r>
              <a:rPr sz="2175" b="1">
                <a:solidFill>
                  <a:srgbClr val="F2F7FA"/>
                </a:solidFill>
                <a:latin typeface="Arial"/>
                <a:ea typeface="Arial"/>
                <a:cs typeface="Arial"/>
              </a:rPr>
              <a:t>Not present in the repository</a:t>
            </a:r>
          </a:p>
        </p:txBody>
      </p:sp>
      <p:sp>
        <p:nvSpPr>
          <p:cNvPr id="9" name="">
            <a:extLst xmlns:a="http://schemas.openxmlformats.org/drawingml/2006/main">
              <a:ext uri="{FF2B5EF4-FFF2-40B4-BE49-F238E27FC236}">
                <a16:creationId xmlns:a16="http://schemas.microsoft.com/office/drawing/2014/main" id="{DFADA1A7-BFEE-467A-B340-01E269C866B5}"/>
              </a:ext>
            </a:extLst>
          </p:cNvPr>
          <p:cNvSpPr>
            <a:spLocks xmlns:a="http://schemas.openxmlformats.org/drawingml/2006/main" noGrp="1"/>
          </p:cNvSpPr>
          <p:nvPr/>
        </p:nvSpPr>
        <p:spPr>
          <a:xfrm xmlns:a="http://schemas.openxmlformats.org/drawingml/2006/main">
            <a:off x="914400" y="3009900"/>
            <a:ext cx="85725" cy="85725"/>
          </a:xfrm>
          <a:prstGeom xmlns:a="http://schemas.openxmlformats.org/drawingml/2006/main" prst="ellipse">
            <a:avLst/>
          </a:prstGeom>
          <a:solidFill xmlns:a="http://schemas.openxmlformats.org/drawingml/2006/main">
            <a:srgbClr val="36D9D0"/>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201915FD-1DDB-4475-8A4E-B0EDBF36A40B}"/>
              </a:ext>
            </a:extLst>
          </p:cNvPr>
          <p:cNvSpPr>
            <a:spLocks xmlns:a="http://schemas.openxmlformats.org/drawingml/2006/main" noGrp="1"/>
          </p:cNvSpPr>
          <p:nvPr/>
        </p:nvSpPr>
        <p:spPr>
          <a:xfrm xmlns:a="http://schemas.openxmlformats.org/drawingml/2006/main">
            <a:off x="1123950" y="2924175"/>
            <a:ext cx="39814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0">
                <a:solidFill>
                  <a:srgbClr val="B2C4CF"/>
                </a:solidFill>
                <a:latin typeface="Arial"/>
                <a:ea typeface="Arial"/>
                <a:cs typeface="Arial"/>
              </a:defRPr>
            </a:defPPr>
            <a:lvl1pPr algn="l">
              <a:defRPr sz="1500" b="0">
                <a:solidFill>
                  <a:srgbClr val="B2C4CF"/>
                </a:solidFill>
                <a:latin typeface="Arial"/>
                <a:ea typeface="Arial"/>
                <a:cs typeface="Arial"/>
              </a:defRPr>
            </a:lvl1pPr>
            <a:lvl2pPr algn="l">
              <a:defRPr sz="1500" b="0">
                <a:solidFill>
                  <a:srgbClr val="B2C4CF"/>
                </a:solidFill>
                <a:latin typeface="Arial"/>
                <a:ea typeface="Arial"/>
                <a:cs typeface="Arial"/>
              </a:defRPr>
            </a:lvl2pPr>
            <a:lvl3pPr algn="l">
              <a:defRPr sz="1500" b="0">
                <a:solidFill>
                  <a:srgbClr val="B2C4CF"/>
                </a:solidFill>
                <a:latin typeface="Arial"/>
                <a:ea typeface="Arial"/>
                <a:cs typeface="Arial"/>
              </a:defRPr>
            </a:lvl3pPr>
            <a:lvl4pPr algn="l">
              <a:defRPr sz="1500" b="0">
                <a:solidFill>
                  <a:srgbClr val="B2C4CF"/>
                </a:solidFill>
                <a:latin typeface="Arial"/>
                <a:ea typeface="Arial"/>
                <a:cs typeface="Arial"/>
              </a:defRPr>
            </a:lvl4pPr>
            <a:lvl5pPr algn="l">
              <a:defRPr sz="1500" b="0">
                <a:solidFill>
                  <a:srgbClr val="B2C4CF"/>
                </a:solidFill>
                <a:latin typeface="Arial"/>
                <a:ea typeface="Arial"/>
                <a:cs typeface="Arial"/>
              </a:defRPr>
            </a:lvl5pPr>
            <a:lvl6pPr algn="l">
              <a:defRPr sz="1500" b="0">
                <a:solidFill>
                  <a:srgbClr val="B2C4CF"/>
                </a:solidFill>
                <a:latin typeface="Arial"/>
                <a:ea typeface="Arial"/>
                <a:cs typeface="Arial"/>
              </a:defRPr>
            </a:lvl6pPr>
            <a:lvl7pPr algn="l">
              <a:defRPr sz="1500" b="0">
                <a:solidFill>
                  <a:srgbClr val="B2C4CF"/>
                </a:solidFill>
                <a:latin typeface="Arial"/>
                <a:ea typeface="Arial"/>
                <a:cs typeface="Arial"/>
              </a:defRPr>
            </a:lvl7pPr>
            <a:lvl8pPr algn="l">
              <a:defRPr sz="1500" b="0">
                <a:solidFill>
                  <a:srgbClr val="B2C4CF"/>
                </a:solidFill>
                <a:latin typeface="Arial"/>
                <a:ea typeface="Arial"/>
                <a:cs typeface="Arial"/>
              </a:defRPr>
            </a:lvl8pPr>
            <a:lvl9pPr algn="l">
              <a:defRPr sz="1500" b="0">
                <a:solidFill>
                  <a:srgbClr val="B2C4CF"/>
                </a:solidFill>
                <a:latin typeface="Arial"/>
                <a:ea typeface="Arial"/>
                <a:cs typeface="Arial"/>
              </a:defRPr>
            </a:lvl9pPr>
          </a:lstStyle>
          <a:p xmlns:a="http://schemas.openxmlformats.org/drawingml/2006/main">
            <a:pPr algn="l">
              <a:defRPr sz="1500" b="0">
                <a:solidFill>
                  <a:srgbClr val="B2C4CF"/>
                </a:solidFill>
                <a:latin typeface="Arial"/>
                <a:ea typeface="Arial"/>
                <a:cs typeface="Arial"/>
              </a:defRPr>
            </a:pPr>
            <a:r>
              <a:rPr sz="1500" b="0">
                <a:solidFill>
                  <a:srgbClr val="B2C4CF"/>
                </a:solidFill>
                <a:latin typeface="Arial"/>
                <a:ea typeface="Arial"/>
                <a:cs typeface="Arial"/>
              </a:rPr>
              <a:t>Organizer NAB subset not received</a:t>
            </a:r>
          </a:p>
        </p:txBody>
      </p:sp>
      <p:sp>
        <p:nvSpPr>
          <p:cNvPr id="11" name="">
            <a:extLst xmlns:a="http://schemas.openxmlformats.org/drawingml/2006/main">
              <a:ext uri="{FF2B5EF4-FFF2-40B4-BE49-F238E27FC236}">
                <a16:creationId xmlns:a16="http://schemas.microsoft.com/office/drawing/2014/main" id="{0034A66B-3BB8-4B68-B226-AF20E6D21058}"/>
              </a:ext>
            </a:extLst>
          </p:cNvPr>
          <p:cNvSpPr>
            <a:spLocks xmlns:a="http://schemas.openxmlformats.org/drawingml/2006/main" noGrp="1"/>
          </p:cNvSpPr>
          <p:nvPr/>
        </p:nvSpPr>
        <p:spPr>
          <a:xfrm xmlns:a="http://schemas.openxmlformats.org/drawingml/2006/main">
            <a:off x="914400" y="3467100"/>
            <a:ext cx="85725" cy="85725"/>
          </a:xfrm>
          <a:prstGeom xmlns:a="http://schemas.openxmlformats.org/drawingml/2006/main" prst="ellipse">
            <a:avLst/>
          </a:prstGeom>
          <a:solidFill xmlns:a="http://schemas.openxmlformats.org/drawingml/2006/main">
            <a:srgbClr val="36D9D0"/>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13CA6093-22D6-4F13-BDA1-E23045EEDDDA}"/>
              </a:ext>
            </a:extLst>
          </p:cNvPr>
          <p:cNvSpPr>
            <a:spLocks xmlns:a="http://schemas.openxmlformats.org/drawingml/2006/main" noGrp="1"/>
          </p:cNvSpPr>
          <p:nvPr/>
        </p:nvSpPr>
        <p:spPr>
          <a:xfrm xmlns:a="http://schemas.openxmlformats.org/drawingml/2006/main">
            <a:off x="1123950" y="3381375"/>
            <a:ext cx="39814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0">
                <a:solidFill>
                  <a:srgbClr val="B2C4CF"/>
                </a:solidFill>
                <a:latin typeface="Arial"/>
                <a:ea typeface="Arial"/>
                <a:cs typeface="Arial"/>
              </a:defRPr>
            </a:defPPr>
            <a:lvl1pPr algn="l">
              <a:defRPr sz="1500" b="0">
                <a:solidFill>
                  <a:srgbClr val="B2C4CF"/>
                </a:solidFill>
                <a:latin typeface="Arial"/>
                <a:ea typeface="Arial"/>
                <a:cs typeface="Arial"/>
              </a:defRPr>
            </a:lvl1pPr>
            <a:lvl2pPr algn="l">
              <a:defRPr sz="1500" b="0">
                <a:solidFill>
                  <a:srgbClr val="B2C4CF"/>
                </a:solidFill>
                <a:latin typeface="Arial"/>
                <a:ea typeface="Arial"/>
                <a:cs typeface="Arial"/>
              </a:defRPr>
            </a:lvl2pPr>
            <a:lvl3pPr algn="l">
              <a:defRPr sz="1500" b="0">
                <a:solidFill>
                  <a:srgbClr val="B2C4CF"/>
                </a:solidFill>
                <a:latin typeface="Arial"/>
                <a:ea typeface="Arial"/>
                <a:cs typeface="Arial"/>
              </a:defRPr>
            </a:lvl3pPr>
            <a:lvl4pPr algn="l">
              <a:defRPr sz="1500" b="0">
                <a:solidFill>
                  <a:srgbClr val="B2C4CF"/>
                </a:solidFill>
                <a:latin typeface="Arial"/>
                <a:ea typeface="Arial"/>
                <a:cs typeface="Arial"/>
              </a:defRPr>
            </a:lvl4pPr>
            <a:lvl5pPr algn="l">
              <a:defRPr sz="1500" b="0">
                <a:solidFill>
                  <a:srgbClr val="B2C4CF"/>
                </a:solidFill>
                <a:latin typeface="Arial"/>
                <a:ea typeface="Arial"/>
                <a:cs typeface="Arial"/>
              </a:defRPr>
            </a:lvl5pPr>
            <a:lvl6pPr algn="l">
              <a:defRPr sz="1500" b="0">
                <a:solidFill>
                  <a:srgbClr val="B2C4CF"/>
                </a:solidFill>
                <a:latin typeface="Arial"/>
                <a:ea typeface="Arial"/>
                <a:cs typeface="Arial"/>
              </a:defRPr>
            </a:lvl6pPr>
            <a:lvl7pPr algn="l">
              <a:defRPr sz="1500" b="0">
                <a:solidFill>
                  <a:srgbClr val="B2C4CF"/>
                </a:solidFill>
                <a:latin typeface="Arial"/>
                <a:ea typeface="Arial"/>
                <a:cs typeface="Arial"/>
              </a:defRPr>
            </a:lvl7pPr>
            <a:lvl8pPr algn="l">
              <a:defRPr sz="1500" b="0">
                <a:solidFill>
                  <a:srgbClr val="B2C4CF"/>
                </a:solidFill>
                <a:latin typeface="Arial"/>
                <a:ea typeface="Arial"/>
                <a:cs typeface="Arial"/>
              </a:defRPr>
            </a:lvl8pPr>
            <a:lvl9pPr algn="l">
              <a:defRPr sz="1500" b="0">
                <a:solidFill>
                  <a:srgbClr val="B2C4CF"/>
                </a:solidFill>
                <a:latin typeface="Arial"/>
                <a:ea typeface="Arial"/>
                <a:cs typeface="Arial"/>
              </a:defRPr>
            </a:lvl9pPr>
          </a:lstStyle>
          <a:p xmlns:a="http://schemas.openxmlformats.org/drawingml/2006/main">
            <a:pPr algn="l">
              <a:defRPr sz="1500" b="0">
                <a:solidFill>
                  <a:srgbClr val="B2C4CF"/>
                </a:solidFill>
                <a:latin typeface="Arial"/>
                <a:ea typeface="Arial"/>
                <a:cs typeface="Arial"/>
              </a:defRPr>
            </a:pPr>
            <a:r>
              <a:rPr sz="1500" b="0">
                <a:solidFill>
                  <a:srgbClr val="B2C4CF"/>
                </a:solidFill>
                <a:latin typeface="Arial"/>
                <a:ea typeface="Arial"/>
                <a:cs typeface="Arial"/>
              </a:rPr>
              <a:t>Authorized labels and partitions unavailable</a:t>
            </a:r>
          </a:p>
        </p:txBody>
      </p:sp>
      <p:sp>
        <p:nvSpPr>
          <p:cNvPr id="13" name="">
            <a:extLst xmlns:a="http://schemas.openxmlformats.org/drawingml/2006/main">
              <a:ext uri="{FF2B5EF4-FFF2-40B4-BE49-F238E27FC236}">
                <a16:creationId xmlns:a16="http://schemas.microsoft.com/office/drawing/2014/main" id="{7BAFFAEA-D84E-4756-B0C2-658F9777F97B}"/>
              </a:ext>
            </a:extLst>
          </p:cNvPr>
          <p:cNvSpPr>
            <a:spLocks xmlns:a="http://schemas.openxmlformats.org/drawingml/2006/main" noGrp="1"/>
          </p:cNvSpPr>
          <p:nvPr/>
        </p:nvSpPr>
        <p:spPr>
          <a:xfrm xmlns:a="http://schemas.openxmlformats.org/drawingml/2006/main">
            <a:off x="914400" y="3924300"/>
            <a:ext cx="85725" cy="85725"/>
          </a:xfrm>
          <a:prstGeom xmlns:a="http://schemas.openxmlformats.org/drawingml/2006/main" prst="ellipse">
            <a:avLst/>
          </a:prstGeom>
          <a:solidFill xmlns:a="http://schemas.openxmlformats.org/drawingml/2006/main">
            <a:srgbClr val="36D9D0"/>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759AC8D6-6CA4-437A-8FA1-1150C2FD8BA6}"/>
              </a:ext>
            </a:extLst>
          </p:cNvPr>
          <p:cNvSpPr>
            <a:spLocks xmlns:a="http://schemas.openxmlformats.org/drawingml/2006/main" noGrp="1"/>
          </p:cNvSpPr>
          <p:nvPr/>
        </p:nvSpPr>
        <p:spPr>
          <a:xfrm xmlns:a="http://schemas.openxmlformats.org/drawingml/2006/main">
            <a:off x="1123950" y="3838575"/>
            <a:ext cx="39814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1667"/>
          </a:bodyPr>
          <a:lstStyle xmlns:a="http://schemas.openxmlformats.org/drawingml/2006/main">
            <a:defPPr algn="l">
              <a:defRPr sz="1500" b="0">
                <a:solidFill>
                  <a:srgbClr val="B2C4CF"/>
                </a:solidFill>
                <a:latin typeface="Arial"/>
                <a:ea typeface="Arial"/>
                <a:cs typeface="Arial"/>
              </a:defRPr>
            </a:defPPr>
            <a:lvl1pPr algn="l">
              <a:defRPr sz="1500" b="0">
                <a:solidFill>
                  <a:srgbClr val="B2C4CF"/>
                </a:solidFill>
                <a:latin typeface="Arial"/>
                <a:ea typeface="Arial"/>
                <a:cs typeface="Arial"/>
              </a:defRPr>
            </a:lvl1pPr>
            <a:lvl2pPr algn="l">
              <a:defRPr sz="1500" b="0">
                <a:solidFill>
                  <a:srgbClr val="B2C4CF"/>
                </a:solidFill>
                <a:latin typeface="Arial"/>
                <a:ea typeface="Arial"/>
                <a:cs typeface="Arial"/>
              </a:defRPr>
            </a:lvl2pPr>
            <a:lvl3pPr algn="l">
              <a:defRPr sz="1500" b="0">
                <a:solidFill>
                  <a:srgbClr val="B2C4CF"/>
                </a:solidFill>
                <a:latin typeface="Arial"/>
                <a:ea typeface="Arial"/>
                <a:cs typeface="Arial"/>
              </a:defRPr>
            </a:lvl3pPr>
            <a:lvl4pPr algn="l">
              <a:defRPr sz="1500" b="0">
                <a:solidFill>
                  <a:srgbClr val="B2C4CF"/>
                </a:solidFill>
                <a:latin typeface="Arial"/>
                <a:ea typeface="Arial"/>
                <a:cs typeface="Arial"/>
              </a:defRPr>
            </a:lvl4pPr>
            <a:lvl5pPr algn="l">
              <a:defRPr sz="1500" b="0">
                <a:solidFill>
                  <a:srgbClr val="B2C4CF"/>
                </a:solidFill>
                <a:latin typeface="Arial"/>
                <a:ea typeface="Arial"/>
                <a:cs typeface="Arial"/>
              </a:defRPr>
            </a:lvl5pPr>
            <a:lvl6pPr algn="l">
              <a:defRPr sz="1500" b="0">
                <a:solidFill>
                  <a:srgbClr val="B2C4CF"/>
                </a:solidFill>
                <a:latin typeface="Arial"/>
                <a:ea typeface="Arial"/>
                <a:cs typeface="Arial"/>
              </a:defRPr>
            </a:lvl6pPr>
            <a:lvl7pPr algn="l">
              <a:defRPr sz="1500" b="0">
                <a:solidFill>
                  <a:srgbClr val="B2C4CF"/>
                </a:solidFill>
                <a:latin typeface="Arial"/>
                <a:ea typeface="Arial"/>
                <a:cs typeface="Arial"/>
              </a:defRPr>
            </a:lvl7pPr>
            <a:lvl8pPr algn="l">
              <a:defRPr sz="1500" b="0">
                <a:solidFill>
                  <a:srgbClr val="B2C4CF"/>
                </a:solidFill>
                <a:latin typeface="Arial"/>
                <a:ea typeface="Arial"/>
                <a:cs typeface="Arial"/>
              </a:defRPr>
            </a:lvl8pPr>
            <a:lvl9pPr algn="l">
              <a:defRPr sz="1500" b="0">
                <a:solidFill>
                  <a:srgbClr val="B2C4CF"/>
                </a:solidFill>
                <a:latin typeface="Arial"/>
                <a:ea typeface="Arial"/>
                <a:cs typeface="Arial"/>
              </a:defRPr>
            </a:lvl9pPr>
          </a:lstStyle>
          <a:p xmlns:a="http://schemas.openxmlformats.org/drawingml/2006/main">
            <a:pPr algn="l">
              <a:defRPr sz="1500" b="0">
                <a:solidFill>
                  <a:srgbClr val="B2C4CF"/>
                </a:solidFill>
                <a:latin typeface="Arial"/>
                <a:ea typeface="Arial"/>
                <a:cs typeface="Arial"/>
              </a:defRPr>
            </a:pPr>
            <a:r>
              <a:rPr sz="1500" b="0">
                <a:solidFill>
                  <a:srgbClr val="B2C4CF"/>
                </a:solidFill>
                <a:latin typeface="Arial"/>
                <a:ea typeface="Arial"/>
                <a:cs typeface="Arial"/>
              </a:rPr>
              <a:t>Timestamp / cadence answers Q01 and Q09 unresolved</a:t>
            </a:r>
          </a:p>
        </p:txBody>
      </p:sp>
      <p:sp>
        <p:nvSpPr>
          <p:cNvPr id="15" name="">
            <a:extLst xmlns:a="http://schemas.openxmlformats.org/drawingml/2006/main">
              <a:ext uri="{FF2B5EF4-FFF2-40B4-BE49-F238E27FC236}">
                <a16:creationId xmlns:a16="http://schemas.microsoft.com/office/drawing/2014/main" id="{2B998F51-9980-402C-9D12-A05811120A3F}"/>
              </a:ext>
            </a:extLst>
          </p:cNvPr>
          <p:cNvSpPr>
            <a:spLocks xmlns:a="http://schemas.openxmlformats.org/drawingml/2006/main" noGrp="1"/>
          </p:cNvSpPr>
          <p:nvPr/>
        </p:nvSpPr>
        <p:spPr>
          <a:xfrm xmlns:a="http://schemas.openxmlformats.org/drawingml/2006/main">
            <a:off x="914400" y="4381500"/>
            <a:ext cx="85725" cy="85725"/>
          </a:xfrm>
          <a:prstGeom xmlns:a="http://schemas.openxmlformats.org/drawingml/2006/main" prst="ellipse">
            <a:avLst/>
          </a:prstGeom>
          <a:solidFill xmlns:a="http://schemas.openxmlformats.org/drawingml/2006/main">
            <a:srgbClr val="36D9D0"/>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7EEEEE82-61F5-43D6-A835-7BF59A61D820}"/>
              </a:ext>
            </a:extLst>
          </p:cNvPr>
          <p:cNvSpPr>
            <a:spLocks xmlns:a="http://schemas.openxmlformats.org/drawingml/2006/main" noGrp="1"/>
          </p:cNvSpPr>
          <p:nvPr/>
        </p:nvSpPr>
        <p:spPr>
          <a:xfrm xmlns:a="http://schemas.openxmlformats.org/drawingml/2006/main">
            <a:off x="1123950" y="4295775"/>
            <a:ext cx="39814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0">
                <a:solidFill>
                  <a:srgbClr val="B2C4CF"/>
                </a:solidFill>
                <a:latin typeface="Arial"/>
                <a:ea typeface="Arial"/>
                <a:cs typeface="Arial"/>
              </a:defRPr>
            </a:defPPr>
            <a:lvl1pPr algn="l">
              <a:defRPr sz="1500" b="0">
                <a:solidFill>
                  <a:srgbClr val="B2C4CF"/>
                </a:solidFill>
                <a:latin typeface="Arial"/>
                <a:ea typeface="Arial"/>
                <a:cs typeface="Arial"/>
              </a:defRPr>
            </a:lvl1pPr>
            <a:lvl2pPr algn="l">
              <a:defRPr sz="1500" b="0">
                <a:solidFill>
                  <a:srgbClr val="B2C4CF"/>
                </a:solidFill>
                <a:latin typeface="Arial"/>
                <a:ea typeface="Arial"/>
                <a:cs typeface="Arial"/>
              </a:defRPr>
            </a:lvl2pPr>
            <a:lvl3pPr algn="l">
              <a:defRPr sz="1500" b="0">
                <a:solidFill>
                  <a:srgbClr val="B2C4CF"/>
                </a:solidFill>
                <a:latin typeface="Arial"/>
                <a:ea typeface="Arial"/>
                <a:cs typeface="Arial"/>
              </a:defRPr>
            </a:lvl3pPr>
            <a:lvl4pPr algn="l">
              <a:defRPr sz="1500" b="0">
                <a:solidFill>
                  <a:srgbClr val="B2C4CF"/>
                </a:solidFill>
                <a:latin typeface="Arial"/>
                <a:ea typeface="Arial"/>
                <a:cs typeface="Arial"/>
              </a:defRPr>
            </a:lvl4pPr>
            <a:lvl5pPr algn="l">
              <a:defRPr sz="1500" b="0">
                <a:solidFill>
                  <a:srgbClr val="B2C4CF"/>
                </a:solidFill>
                <a:latin typeface="Arial"/>
                <a:ea typeface="Arial"/>
                <a:cs typeface="Arial"/>
              </a:defRPr>
            </a:lvl5pPr>
            <a:lvl6pPr algn="l">
              <a:defRPr sz="1500" b="0">
                <a:solidFill>
                  <a:srgbClr val="B2C4CF"/>
                </a:solidFill>
                <a:latin typeface="Arial"/>
                <a:ea typeface="Arial"/>
                <a:cs typeface="Arial"/>
              </a:defRPr>
            </a:lvl6pPr>
            <a:lvl7pPr algn="l">
              <a:defRPr sz="1500" b="0">
                <a:solidFill>
                  <a:srgbClr val="B2C4CF"/>
                </a:solidFill>
                <a:latin typeface="Arial"/>
                <a:ea typeface="Arial"/>
                <a:cs typeface="Arial"/>
              </a:defRPr>
            </a:lvl7pPr>
            <a:lvl8pPr algn="l">
              <a:defRPr sz="1500" b="0">
                <a:solidFill>
                  <a:srgbClr val="B2C4CF"/>
                </a:solidFill>
                <a:latin typeface="Arial"/>
                <a:ea typeface="Arial"/>
                <a:cs typeface="Arial"/>
              </a:defRPr>
            </a:lvl8pPr>
            <a:lvl9pPr algn="l">
              <a:defRPr sz="1500" b="0">
                <a:solidFill>
                  <a:srgbClr val="B2C4CF"/>
                </a:solidFill>
                <a:latin typeface="Arial"/>
                <a:ea typeface="Arial"/>
                <a:cs typeface="Arial"/>
              </a:defRPr>
            </a:lvl9pPr>
          </a:lstStyle>
          <a:p xmlns:a="http://schemas.openxmlformats.org/drawingml/2006/main">
            <a:pPr algn="l">
              <a:defRPr sz="1500" b="0">
                <a:solidFill>
                  <a:srgbClr val="B2C4CF"/>
                </a:solidFill>
                <a:latin typeface="Arial"/>
                <a:ea typeface="Arial"/>
                <a:cs typeface="Arial"/>
              </a:defRPr>
            </a:pPr>
            <a:r>
              <a:rPr sz="1500" b="0">
                <a:solidFill>
                  <a:srgbClr val="B2C4CF"/>
                </a:solidFill>
                <a:latin typeface="Arial"/>
                <a:ea typeface="Arial"/>
                <a:cs typeface="Arial"/>
              </a:rPr>
              <a:t>No official EDA or benchmark claim</a:t>
            </a:r>
          </a:p>
        </p:txBody>
      </p:sp>
      <p:sp>
        <p:nvSpPr>
          <p:cNvPr id="17" name="">
            <a:extLst xmlns:a="http://schemas.openxmlformats.org/drawingml/2006/main">
              <a:ext uri="{FF2B5EF4-FFF2-40B4-BE49-F238E27FC236}">
                <a16:creationId xmlns:a16="http://schemas.microsoft.com/office/drawing/2014/main" id="{C81FABC1-3BC7-4693-B8A7-BAC05C7273F6}"/>
              </a:ext>
            </a:extLst>
          </p:cNvPr>
          <p:cNvSpPr>
            <a:spLocks xmlns:a="http://schemas.openxmlformats.org/drawingml/2006/main" noGrp="1"/>
          </p:cNvSpPr>
          <p:nvPr/>
        </p:nvSpPr>
        <p:spPr>
          <a:xfrm xmlns:a="http://schemas.openxmlformats.org/drawingml/2006/main">
            <a:off x="5905500" y="1504950"/>
            <a:ext cx="5638800" cy="3886200"/>
          </a:xfrm>
          <a:prstGeom xmlns:a="http://schemas.openxmlformats.org/drawingml/2006/main" prst="roundRect">
            <a:avLst>
              <a:gd name="adj" fmla="val 1961"/>
            </a:avLst>
          </a:prstGeom>
          <a:solidFill xmlns:a="http://schemas.openxmlformats.org/drawingml/2006/main">
            <a:srgbClr val="102332"/>
          </a:solidFill>
          <a:ln xmlns:a="http://schemas.openxmlformats.org/drawingml/2006/main" w="9525">
            <a:solidFill>
              <a:srgbClr val="284455"/>
            </a:solidFill>
            <a:prstDash val="solid"/>
          </a:ln>
        </p:spPr>
      </p:sp>
      <p:sp>
        <p:nvSpPr>
          <p:cNvPr id="18" name="">
            <a:extLst xmlns:a="http://schemas.openxmlformats.org/drawingml/2006/main">
              <a:ext uri="{FF2B5EF4-FFF2-40B4-BE49-F238E27FC236}">
                <a16:creationId xmlns:a16="http://schemas.microsoft.com/office/drawing/2014/main" id="{30A28BB1-34C9-4960-96C7-CAF5FFA8CD21}"/>
              </a:ext>
            </a:extLst>
          </p:cNvPr>
          <p:cNvSpPr>
            <a:spLocks xmlns:a="http://schemas.openxmlformats.org/drawingml/2006/main" noGrp="1"/>
          </p:cNvSpPr>
          <p:nvPr/>
        </p:nvSpPr>
        <p:spPr>
          <a:xfrm xmlns:a="http://schemas.openxmlformats.org/drawingml/2006/main">
            <a:off x="5905500" y="1504950"/>
            <a:ext cx="38100" cy="3886200"/>
          </a:xfrm>
          <a:prstGeom xmlns:a="http://schemas.openxmlformats.org/drawingml/2006/main" prst="rect">
            <a:avLst/>
          </a:prstGeom>
          <a:solidFill xmlns:a="http://schemas.openxmlformats.org/drawingml/2006/main">
            <a:srgbClr val="36D9D0"/>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3C6DEF08-A8E6-469E-8F98-4FA67E000642}"/>
              </a:ext>
            </a:extLst>
          </p:cNvPr>
          <p:cNvSpPr>
            <a:spLocks xmlns:a="http://schemas.openxmlformats.org/drawingml/2006/main" noGrp="1"/>
          </p:cNvSpPr>
          <p:nvPr/>
        </p:nvSpPr>
        <p:spPr>
          <a:xfrm xmlns:a="http://schemas.openxmlformats.org/drawingml/2006/main">
            <a:off x="6153150" y="1752600"/>
            <a:ext cx="5095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1">
                <a:solidFill>
                  <a:srgbClr val="36D9D0"/>
                </a:solidFill>
                <a:latin typeface="Arial"/>
                <a:ea typeface="Arial"/>
                <a:cs typeface="Arial"/>
              </a:defRPr>
            </a:defPPr>
            <a:lvl1pPr algn="l">
              <a:defRPr sz="1275" b="1">
                <a:solidFill>
                  <a:srgbClr val="36D9D0"/>
                </a:solidFill>
                <a:latin typeface="Arial"/>
                <a:ea typeface="Arial"/>
                <a:cs typeface="Arial"/>
              </a:defRPr>
            </a:lvl1pPr>
            <a:lvl2pPr algn="l">
              <a:defRPr sz="1275" b="1">
                <a:solidFill>
                  <a:srgbClr val="36D9D0"/>
                </a:solidFill>
                <a:latin typeface="Arial"/>
                <a:ea typeface="Arial"/>
                <a:cs typeface="Arial"/>
              </a:defRPr>
            </a:lvl2pPr>
            <a:lvl3pPr algn="l">
              <a:defRPr sz="1275" b="1">
                <a:solidFill>
                  <a:srgbClr val="36D9D0"/>
                </a:solidFill>
                <a:latin typeface="Arial"/>
                <a:ea typeface="Arial"/>
                <a:cs typeface="Arial"/>
              </a:defRPr>
            </a:lvl3pPr>
            <a:lvl4pPr algn="l">
              <a:defRPr sz="1275" b="1">
                <a:solidFill>
                  <a:srgbClr val="36D9D0"/>
                </a:solidFill>
                <a:latin typeface="Arial"/>
                <a:ea typeface="Arial"/>
                <a:cs typeface="Arial"/>
              </a:defRPr>
            </a:lvl4pPr>
            <a:lvl5pPr algn="l">
              <a:defRPr sz="1275" b="1">
                <a:solidFill>
                  <a:srgbClr val="36D9D0"/>
                </a:solidFill>
                <a:latin typeface="Arial"/>
                <a:ea typeface="Arial"/>
                <a:cs typeface="Arial"/>
              </a:defRPr>
            </a:lvl5pPr>
            <a:lvl6pPr algn="l">
              <a:defRPr sz="1275" b="1">
                <a:solidFill>
                  <a:srgbClr val="36D9D0"/>
                </a:solidFill>
                <a:latin typeface="Arial"/>
                <a:ea typeface="Arial"/>
                <a:cs typeface="Arial"/>
              </a:defRPr>
            </a:lvl6pPr>
            <a:lvl7pPr algn="l">
              <a:defRPr sz="1275" b="1">
                <a:solidFill>
                  <a:srgbClr val="36D9D0"/>
                </a:solidFill>
                <a:latin typeface="Arial"/>
                <a:ea typeface="Arial"/>
                <a:cs typeface="Arial"/>
              </a:defRPr>
            </a:lvl7pPr>
            <a:lvl8pPr algn="l">
              <a:defRPr sz="1275" b="1">
                <a:solidFill>
                  <a:srgbClr val="36D9D0"/>
                </a:solidFill>
                <a:latin typeface="Arial"/>
                <a:ea typeface="Arial"/>
                <a:cs typeface="Arial"/>
              </a:defRPr>
            </a:lvl8pPr>
            <a:lvl9pPr algn="l">
              <a:defRPr sz="1275" b="1">
                <a:solidFill>
                  <a:srgbClr val="36D9D0"/>
                </a:solidFill>
                <a:latin typeface="Arial"/>
                <a:ea typeface="Arial"/>
                <a:cs typeface="Arial"/>
              </a:defRPr>
            </a:lvl9pPr>
          </a:lstStyle>
          <a:p xmlns:a="http://schemas.openxmlformats.org/drawingml/2006/main">
            <a:pPr algn="l">
              <a:defRPr sz="1275" b="1">
                <a:solidFill>
                  <a:srgbClr val="36D9D0"/>
                </a:solidFill>
                <a:latin typeface="Arial"/>
                <a:ea typeface="Arial"/>
                <a:cs typeface="Arial"/>
              </a:defRPr>
            </a:pPr>
            <a:r>
              <a:rPr sz="1275" b="1">
                <a:solidFill>
                  <a:srgbClr val="36D9D0"/>
                </a:solidFill>
                <a:latin typeface="Arial"/>
                <a:ea typeface="Arial"/>
                <a:cs typeface="Arial"/>
              </a:rPr>
              <a:t>BUNDLED DEMO INPUT · SYNTHETIC ONLY</a:t>
            </a:r>
          </a:p>
        </p:txBody>
      </p:sp>
      <p:sp>
        <p:nvSpPr>
          <p:cNvPr id="20" name="">
            <a:extLst xmlns:a="http://schemas.openxmlformats.org/drawingml/2006/main">
              <a:ext uri="{FF2B5EF4-FFF2-40B4-BE49-F238E27FC236}">
                <a16:creationId xmlns:a16="http://schemas.microsoft.com/office/drawing/2014/main" id="{FDF69BF5-718A-461D-BCCC-51D19F14E359}"/>
              </a:ext>
            </a:extLst>
          </p:cNvPr>
          <p:cNvSpPr>
            <a:spLocks xmlns:a="http://schemas.openxmlformats.org/drawingml/2006/main" noGrp="1"/>
          </p:cNvSpPr>
          <p:nvPr/>
        </p:nvSpPr>
        <p:spPr>
          <a:xfrm xmlns:a="http://schemas.openxmlformats.org/drawingml/2006/main">
            <a:off x="6172200" y="2343150"/>
            <a:ext cx="2266950" cy="885825"/>
          </a:xfrm>
          <a:prstGeom xmlns:a="http://schemas.openxmlformats.org/drawingml/2006/main" prst="roundRect">
            <a:avLst>
              <a:gd name="adj" fmla="val 8602"/>
            </a:avLst>
          </a:prstGeom>
          <a:solidFill xmlns:a="http://schemas.openxmlformats.org/drawingml/2006/main">
            <a:srgbClr val="102332"/>
          </a:solidFill>
          <a:ln xmlns:a="http://schemas.openxmlformats.org/drawingml/2006/main" w="9525">
            <a:solidFill>
              <a:srgbClr val="284455"/>
            </a:solidFill>
            <a:prstDash val="solid"/>
          </a:ln>
        </p:spPr>
      </p:sp>
      <p:sp>
        <p:nvSpPr>
          <p:cNvPr id="21" name="">
            <a:extLst xmlns:a="http://schemas.openxmlformats.org/drawingml/2006/main">
              <a:ext uri="{FF2B5EF4-FFF2-40B4-BE49-F238E27FC236}">
                <a16:creationId xmlns:a16="http://schemas.microsoft.com/office/drawing/2014/main" id="{BB942B28-C98C-4FEB-A485-5945B9132FB5}"/>
              </a:ext>
            </a:extLst>
          </p:cNvPr>
          <p:cNvSpPr>
            <a:spLocks xmlns:a="http://schemas.openxmlformats.org/drawingml/2006/main" noGrp="1"/>
          </p:cNvSpPr>
          <p:nvPr/>
        </p:nvSpPr>
        <p:spPr>
          <a:xfrm xmlns:a="http://schemas.openxmlformats.org/drawingml/2006/main">
            <a:off x="6172200" y="2343150"/>
            <a:ext cx="38100" cy="885825"/>
          </a:xfrm>
          <a:prstGeom xmlns:a="http://schemas.openxmlformats.org/drawingml/2006/main" prst="rect">
            <a:avLst/>
          </a:prstGeom>
          <a:solidFill xmlns:a="http://schemas.openxmlformats.org/drawingml/2006/main">
            <a:srgbClr val="36D9D0"/>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6DBAAECA-57E6-4615-89B0-48A332FF34C1}"/>
              </a:ext>
            </a:extLst>
          </p:cNvPr>
          <p:cNvSpPr>
            <a:spLocks xmlns:a="http://schemas.openxmlformats.org/drawingml/2006/main" noGrp="1"/>
          </p:cNvSpPr>
          <p:nvPr/>
        </p:nvSpPr>
        <p:spPr>
          <a:xfrm xmlns:a="http://schemas.openxmlformats.org/drawingml/2006/main">
            <a:off x="6343650" y="2438400"/>
            <a:ext cx="1885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325" b="1">
                <a:solidFill>
                  <a:srgbClr val="F2F7FA"/>
                </a:solidFill>
                <a:latin typeface="Arial"/>
                <a:ea typeface="Arial"/>
                <a:cs typeface="Arial"/>
              </a:defRPr>
            </a:defPPr>
            <a:lvl1pPr algn="l">
              <a:defRPr sz="2325" b="1">
                <a:solidFill>
                  <a:srgbClr val="F2F7FA"/>
                </a:solidFill>
                <a:latin typeface="Arial"/>
                <a:ea typeface="Arial"/>
                <a:cs typeface="Arial"/>
              </a:defRPr>
            </a:lvl1pPr>
            <a:lvl2pPr algn="l">
              <a:defRPr sz="2325" b="1">
                <a:solidFill>
                  <a:srgbClr val="F2F7FA"/>
                </a:solidFill>
                <a:latin typeface="Arial"/>
                <a:ea typeface="Arial"/>
                <a:cs typeface="Arial"/>
              </a:defRPr>
            </a:lvl2pPr>
            <a:lvl3pPr algn="l">
              <a:defRPr sz="2325" b="1">
                <a:solidFill>
                  <a:srgbClr val="F2F7FA"/>
                </a:solidFill>
                <a:latin typeface="Arial"/>
                <a:ea typeface="Arial"/>
                <a:cs typeface="Arial"/>
              </a:defRPr>
            </a:lvl3pPr>
            <a:lvl4pPr algn="l">
              <a:defRPr sz="2325" b="1">
                <a:solidFill>
                  <a:srgbClr val="F2F7FA"/>
                </a:solidFill>
                <a:latin typeface="Arial"/>
                <a:ea typeface="Arial"/>
                <a:cs typeface="Arial"/>
              </a:defRPr>
            </a:lvl4pPr>
            <a:lvl5pPr algn="l">
              <a:defRPr sz="2325" b="1">
                <a:solidFill>
                  <a:srgbClr val="F2F7FA"/>
                </a:solidFill>
                <a:latin typeface="Arial"/>
                <a:ea typeface="Arial"/>
                <a:cs typeface="Arial"/>
              </a:defRPr>
            </a:lvl5pPr>
            <a:lvl6pPr algn="l">
              <a:defRPr sz="2325" b="1">
                <a:solidFill>
                  <a:srgbClr val="F2F7FA"/>
                </a:solidFill>
                <a:latin typeface="Arial"/>
                <a:ea typeface="Arial"/>
                <a:cs typeface="Arial"/>
              </a:defRPr>
            </a:lvl6pPr>
            <a:lvl7pPr algn="l">
              <a:defRPr sz="2325" b="1">
                <a:solidFill>
                  <a:srgbClr val="F2F7FA"/>
                </a:solidFill>
                <a:latin typeface="Arial"/>
                <a:ea typeface="Arial"/>
                <a:cs typeface="Arial"/>
              </a:defRPr>
            </a:lvl7pPr>
            <a:lvl8pPr algn="l">
              <a:defRPr sz="2325" b="1">
                <a:solidFill>
                  <a:srgbClr val="F2F7FA"/>
                </a:solidFill>
                <a:latin typeface="Arial"/>
                <a:ea typeface="Arial"/>
                <a:cs typeface="Arial"/>
              </a:defRPr>
            </a:lvl8pPr>
            <a:lvl9pPr algn="l">
              <a:defRPr sz="2325" b="1">
                <a:solidFill>
                  <a:srgbClr val="F2F7FA"/>
                </a:solidFill>
                <a:latin typeface="Arial"/>
                <a:ea typeface="Arial"/>
                <a:cs typeface="Arial"/>
              </a:defRPr>
            </a:lvl9pPr>
          </a:lstStyle>
          <a:p xmlns:a="http://schemas.openxmlformats.org/drawingml/2006/main">
            <a:pPr algn="l">
              <a:defRPr sz="2325" b="1">
                <a:solidFill>
                  <a:srgbClr val="F2F7FA"/>
                </a:solidFill>
                <a:latin typeface="Arial"/>
                <a:ea typeface="Arial"/>
                <a:cs typeface="Arial"/>
              </a:defRPr>
            </a:pPr>
            <a:r>
              <a:rPr sz="2325" b="1">
                <a:solidFill>
                  <a:srgbClr val="F2F7FA"/>
                </a:solidFill>
                <a:latin typeface="Arial"/>
                <a:ea typeface="Arial"/>
                <a:cs typeface="Arial"/>
              </a:rPr>
              <a:t>120</a:t>
            </a:r>
          </a:p>
        </p:txBody>
      </p:sp>
      <p:sp>
        <p:nvSpPr>
          <p:cNvPr id="23" name="">
            <a:extLst xmlns:a="http://schemas.openxmlformats.org/drawingml/2006/main">
              <a:ext uri="{FF2B5EF4-FFF2-40B4-BE49-F238E27FC236}">
                <a16:creationId xmlns:a16="http://schemas.microsoft.com/office/drawing/2014/main" id="{DC7E36DE-1530-4F29-8033-4D40379ECD3A}"/>
              </a:ext>
            </a:extLst>
          </p:cNvPr>
          <p:cNvSpPr>
            <a:spLocks xmlns:a="http://schemas.openxmlformats.org/drawingml/2006/main" noGrp="1"/>
          </p:cNvSpPr>
          <p:nvPr/>
        </p:nvSpPr>
        <p:spPr>
          <a:xfrm xmlns:a="http://schemas.openxmlformats.org/drawingml/2006/main">
            <a:off x="6343650" y="2847975"/>
            <a:ext cx="18859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0">
                <a:solidFill>
                  <a:srgbClr val="B2C4CF"/>
                </a:solidFill>
                <a:latin typeface="Arial"/>
                <a:ea typeface="Arial"/>
                <a:cs typeface="Arial"/>
              </a:defRPr>
            </a:defPPr>
            <a:lvl1pPr algn="l">
              <a:defRPr sz="1275" b="0">
                <a:solidFill>
                  <a:srgbClr val="B2C4CF"/>
                </a:solidFill>
                <a:latin typeface="Arial"/>
                <a:ea typeface="Arial"/>
                <a:cs typeface="Arial"/>
              </a:defRPr>
            </a:lvl1pPr>
            <a:lvl2pPr algn="l">
              <a:defRPr sz="1275" b="0">
                <a:solidFill>
                  <a:srgbClr val="B2C4CF"/>
                </a:solidFill>
                <a:latin typeface="Arial"/>
                <a:ea typeface="Arial"/>
                <a:cs typeface="Arial"/>
              </a:defRPr>
            </a:lvl2pPr>
            <a:lvl3pPr algn="l">
              <a:defRPr sz="1275" b="0">
                <a:solidFill>
                  <a:srgbClr val="B2C4CF"/>
                </a:solidFill>
                <a:latin typeface="Arial"/>
                <a:ea typeface="Arial"/>
                <a:cs typeface="Arial"/>
              </a:defRPr>
            </a:lvl3pPr>
            <a:lvl4pPr algn="l">
              <a:defRPr sz="1275" b="0">
                <a:solidFill>
                  <a:srgbClr val="B2C4CF"/>
                </a:solidFill>
                <a:latin typeface="Arial"/>
                <a:ea typeface="Arial"/>
                <a:cs typeface="Arial"/>
              </a:defRPr>
            </a:lvl4pPr>
            <a:lvl5pPr algn="l">
              <a:defRPr sz="1275" b="0">
                <a:solidFill>
                  <a:srgbClr val="B2C4CF"/>
                </a:solidFill>
                <a:latin typeface="Arial"/>
                <a:ea typeface="Arial"/>
                <a:cs typeface="Arial"/>
              </a:defRPr>
            </a:lvl5pPr>
            <a:lvl6pPr algn="l">
              <a:defRPr sz="1275" b="0">
                <a:solidFill>
                  <a:srgbClr val="B2C4CF"/>
                </a:solidFill>
                <a:latin typeface="Arial"/>
                <a:ea typeface="Arial"/>
                <a:cs typeface="Arial"/>
              </a:defRPr>
            </a:lvl6pPr>
            <a:lvl7pPr algn="l">
              <a:defRPr sz="1275" b="0">
                <a:solidFill>
                  <a:srgbClr val="B2C4CF"/>
                </a:solidFill>
                <a:latin typeface="Arial"/>
                <a:ea typeface="Arial"/>
                <a:cs typeface="Arial"/>
              </a:defRPr>
            </a:lvl7pPr>
            <a:lvl8pPr algn="l">
              <a:defRPr sz="1275" b="0">
                <a:solidFill>
                  <a:srgbClr val="B2C4CF"/>
                </a:solidFill>
                <a:latin typeface="Arial"/>
                <a:ea typeface="Arial"/>
                <a:cs typeface="Arial"/>
              </a:defRPr>
            </a:lvl8pPr>
            <a:lvl9pPr algn="l">
              <a:defRPr sz="1275" b="0">
                <a:solidFill>
                  <a:srgbClr val="B2C4CF"/>
                </a:solidFill>
                <a:latin typeface="Arial"/>
                <a:ea typeface="Arial"/>
                <a:cs typeface="Arial"/>
              </a:defRPr>
            </a:lvl9pPr>
          </a:lstStyle>
          <a:p xmlns:a="http://schemas.openxmlformats.org/drawingml/2006/main">
            <a:pPr algn="l">
              <a:defRPr sz="1275" b="0">
                <a:solidFill>
                  <a:srgbClr val="B2C4CF"/>
                </a:solidFill>
                <a:latin typeface="Arial"/>
                <a:ea typeface="Arial"/>
                <a:cs typeface="Arial"/>
              </a:defRPr>
            </a:pPr>
            <a:r>
              <a:rPr sz="1275" b="0">
                <a:solidFill>
                  <a:srgbClr val="B2C4CF"/>
                </a:solidFill>
                <a:latin typeface="Arial"/>
                <a:ea typeface="Arial"/>
                <a:cs typeface="Arial"/>
              </a:rPr>
              <a:t>observations</a:t>
            </a:r>
          </a:p>
        </p:txBody>
      </p:sp>
      <p:sp>
        <p:nvSpPr>
          <p:cNvPr id="24" name="">
            <a:extLst xmlns:a="http://schemas.openxmlformats.org/drawingml/2006/main">
              <a:ext uri="{FF2B5EF4-FFF2-40B4-BE49-F238E27FC236}">
                <a16:creationId xmlns:a16="http://schemas.microsoft.com/office/drawing/2014/main" id="{611C2DC9-440C-4768-AE37-FC882F191EF8}"/>
              </a:ext>
            </a:extLst>
          </p:cNvPr>
          <p:cNvSpPr>
            <a:spLocks xmlns:a="http://schemas.openxmlformats.org/drawingml/2006/main" noGrp="1"/>
          </p:cNvSpPr>
          <p:nvPr/>
        </p:nvSpPr>
        <p:spPr>
          <a:xfrm xmlns:a="http://schemas.openxmlformats.org/drawingml/2006/main">
            <a:off x="8648700" y="2343150"/>
            <a:ext cx="2266950" cy="885825"/>
          </a:xfrm>
          <a:prstGeom xmlns:a="http://schemas.openxmlformats.org/drawingml/2006/main" prst="roundRect">
            <a:avLst>
              <a:gd name="adj" fmla="val 8602"/>
            </a:avLst>
          </a:prstGeom>
          <a:solidFill xmlns:a="http://schemas.openxmlformats.org/drawingml/2006/main">
            <a:srgbClr val="102332"/>
          </a:solidFill>
          <a:ln xmlns:a="http://schemas.openxmlformats.org/drawingml/2006/main" w="9525">
            <a:solidFill>
              <a:srgbClr val="284455"/>
            </a:solidFill>
            <a:prstDash val="solid"/>
          </a:ln>
        </p:spPr>
      </p:sp>
      <p:sp>
        <p:nvSpPr>
          <p:cNvPr id="25" name="">
            <a:extLst xmlns:a="http://schemas.openxmlformats.org/drawingml/2006/main">
              <a:ext uri="{FF2B5EF4-FFF2-40B4-BE49-F238E27FC236}">
                <a16:creationId xmlns:a16="http://schemas.microsoft.com/office/drawing/2014/main" id="{252C758F-D169-4CFC-950E-AF92F13D719B}"/>
              </a:ext>
            </a:extLst>
          </p:cNvPr>
          <p:cNvSpPr>
            <a:spLocks xmlns:a="http://schemas.openxmlformats.org/drawingml/2006/main" noGrp="1"/>
          </p:cNvSpPr>
          <p:nvPr/>
        </p:nvSpPr>
        <p:spPr>
          <a:xfrm xmlns:a="http://schemas.openxmlformats.org/drawingml/2006/main">
            <a:off x="8648700" y="2343150"/>
            <a:ext cx="38100" cy="885825"/>
          </a:xfrm>
          <a:prstGeom xmlns:a="http://schemas.openxmlformats.org/drawingml/2006/main" prst="rect">
            <a:avLst/>
          </a:prstGeom>
          <a:solidFill xmlns:a="http://schemas.openxmlformats.org/drawingml/2006/main">
            <a:srgbClr val="F4B860"/>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1774D1BB-A454-47B0-8E05-AABDE80AE082}"/>
              </a:ext>
            </a:extLst>
          </p:cNvPr>
          <p:cNvSpPr>
            <a:spLocks xmlns:a="http://schemas.openxmlformats.org/drawingml/2006/main" noGrp="1"/>
          </p:cNvSpPr>
          <p:nvPr/>
        </p:nvSpPr>
        <p:spPr>
          <a:xfrm xmlns:a="http://schemas.openxmlformats.org/drawingml/2006/main">
            <a:off x="8820150" y="2438400"/>
            <a:ext cx="1885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325" b="1">
                <a:solidFill>
                  <a:srgbClr val="F2F7FA"/>
                </a:solidFill>
                <a:latin typeface="Arial"/>
                <a:ea typeface="Arial"/>
                <a:cs typeface="Arial"/>
              </a:defRPr>
            </a:defPPr>
            <a:lvl1pPr algn="l">
              <a:defRPr sz="2325" b="1">
                <a:solidFill>
                  <a:srgbClr val="F2F7FA"/>
                </a:solidFill>
                <a:latin typeface="Arial"/>
                <a:ea typeface="Arial"/>
                <a:cs typeface="Arial"/>
              </a:defRPr>
            </a:lvl1pPr>
            <a:lvl2pPr algn="l">
              <a:defRPr sz="2325" b="1">
                <a:solidFill>
                  <a:srgbClr val="F2F7FA"/>
                </a:solidFill>
                <a:latin typeface="Arial"/>
                <a:ea typeface="Arial"/>
                <a:cs typeface="Arial"/>
              </a:defRPr>
            </a:lvl2pPr>
            <a:lvl3pPr algn="l">
              <a:defRPr sz="2325" b="1">
                <a:solidFill>
                  <a:srgbClr val="F2F7FA"/>
                </a:solidFill>
                <a:latin typeface="Arial"/>
                <a:ea typeface="Arial"/>
                <a:cs typeface="Arial"/>
              </a:defRPr>
            </a:lvl3pPr>
            <a:lvl4pPr algn="l">
              <a:defRPr sz="2325" b="1">
                <a:solidFill>
                  <a:srgbClr val="F2F7FA"/>
                </a:solidFill>
                <a:latin typeface="Arial"/>
                <a:ea typeface="Arial"/>
                <a:cs typeface="Arial"/>
              </a:defRPr>
            </a:lvl4pPr>
            <a:lvl5pPr algn="l">
              <a:defRPr sz="2325" b="1">
                <a:solidFill>
                  <a:srgbClr val="F2F7FA"/>
                </a:solidFill>
                <a:latin typeface="Arial"/>
                <a:ea typeface="Arial"/>
                <a:cs typeface="Arial"/>
              </a:defRPr>
            </a:lvl5pPr>
            <a:lvl6pPr algn="l">
              <a:defRPr sz="2325" b="1">
                <a:solidFill>
                  <a:srgbClr val="F2F7FA"/>
                </a:solidFill>
                <a:latin typeface="Arial"/>
                <a:ea typeface="Arial"/>
                <a:cs typeface="Arial"/>
              </a:defRPr>
            </a:lvl6pPr>
            <a:lvl7pPr algn="l">
              <a:defRPr sz="2325" b="1">
                <a:solidFill>
                  <a:srgbClr val="F2F7FA"/>
                </a:solidFill>
                <a:latin typeface="Arial"/>
                <a:ea typeface="Arial"/>
                <a:cs typeface="Arial"/>
              </a:defRPr>
            </a:lvl7pPr>
            <a:lvl8pPr algn="l">
              <a:defRPr sz="2325" b="1">
                <a:solidFill>
                  <a:srgbClr val="F2F7FA"/>
                </a:solidFill>
                <a:latin typeface="Arial"/>
                <a:ea typeface="Arial"/>
                <a:cs typeface="Arial"/>
              </a:defRPr>
            </a:lvl8pPr>
            <a:lvl9pPr algn="l">
              <a:defRPr sz="2325" b="1">
                <a:solidFill>
                  <a:srgbClr val="F2F7FA"/>
                </a:solidFill>
                <a:latin typeface="Arial"/>
                <a:ea typeface="Arial"/>
                <a:cs typeface="Arial"/>
              </a:defRPr>
            </a:lvl9pPr>
          </a:lstStyle>
          <a:p xmlns:a="http://schemas.openxmlformats.org/drawingml/2006/main">
            <a:pPr algn="l">
              <a:defRPr sz="2325" b="1">
                <a:solidFill>
                  <a:srgbClr val="F2F7FA"/>
                </a:solidFill>
                <a:latin typeface="Arial"/>
                <a:ea typeface="Arial"/>
                <a:cs typeface="Arial"/>
              </a:defRPr>
            </a:pPr>
            <a:r>
              <a:rPr sz="2325" b="1">
                <a:solidFill>
                  <a:srgbClr val="F2F7FA"/>
                </a:solidFill>
                <a:latin typeface="Arial"/>
                <a:ea typeface="Arial"/>
                <a:cs typeface="Arial"/>
              </a:rPr>
              <a:t>1</a:t>
            </a:r>
          </a:p>
        </p:txBody>
      </p:sp>
      <p:sp>
        <p:nvSpPr>
          <p:cNvPr id="27" name="">
            <a:extLst xmlns:a="http://schemas.openxmlformats.org/drawingml/2006/main">
              <a:ext uri="{FF2B5EF4-FFF2-40B4-BE49-F238E27FC236}">
                <a16:creationId xmlns:a16="http://schemas.microsoft.com/office/drawing/2014/main" id="{954206D4-532F-42F7-B60D-39E94F4A0311}"/>
              </a:ext>
            </a:extLst>
          </p:cNvPr>
          <p:cNvSpPr>
            <a:spLocks xmlns:a="http://schemas.openxmlformats.org/drawingml/2006/main" noGrp="1"/>
          </p:cNvSpPr>
          <p:nvPr/>
        </p:nvSpPr>
        <p:spPr>
          <a:xfrm xmlns:a="http://schemas.openxmlformats.org/drawingml/2006/main">
            <a:off x="8820150" y="2847975"/>
            <a:ext cx="18859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0">
                <a:solidFill>
                  <a:srgbClr val="B2C4CF"/>
                </a:solidFill>
                <a:latin typeface="Arial"/>
                <a:ea typeface="Arial"/>
                <a:cs typeface="Arial"/>
              </a:defRPr>
            </a:defPPr>
            <a:lvl1pPr algn="l">
              <a:defRPr sz="1275" b="0">
                <a:solidFill>
                  <a:srgbClr val="B2C4CF"/>
                </a:solidFill>
                <a:latin typeface="Arial"/>
                <a:ea typeface="Arial"/>
                <a:cs typeface="Arial"/>
              </a:defRPr>
            </a:lvl1pPr>
            <a:lvl2pPr algn="l">
              <a:defRPr sz="1275" b="0">
                <a:solidFill>
                  <a:srgbClr val="B2C4CF"/>
                </a:solidFill>
                <a:latin typeface="Arial"/>
                <a:ea typeface="Arial"/>
                <a:cs typeface="Arial"/>
              </a:defRPr>
            </a:lvl2pPr>
            <a:lvl3pPr algn="l">
              <a:defRPr sz="1275" b="0">
                <a:solidFill>
                  <a:srgbClr val="B2C4CF"/>
                </a:solidFill>
                <a:latin typeface="Arial"/>
                <a:ea typeface="Arial"/>
                <a:cs typeface="Arial"/>
              </a:defRPr>
            </a:lvl3pPr>
            <a:lvl4pPr algn="l">
              <a:defRPr sz="1275" b="0">
                <a:solidFill>
                  <a:srgbClr val="B2C4CF"/>
                </a:solidFill>
                <a:latin typeface="Arial"/>
                <a:ea typeface="Arial"/>
                <a:cs typeface="Arial"/>
              </a:defRPr>
            </a:lvl4pPr>
            <a:lvl5pPr algn="l">
              <a:defRPr sz="1275" b="0">
                <a:solidFill>
                  <a:srgbClr val="B2C4CF"/>
                </a:solidFill>
                <a:latin typeface="Arial"/>
                <a:ea typeface="Arial"/>
                <a:cs typeface="Arial"/>
              </a:defRPr>
            </a:lvl5pPr>
            <a:lvl6pPr algn="l">
              <a:defRPr sz="1275" b="0">
                <a:solidFill>
                  <a:srgbClr val="B2C4CF"/>
                </a:solidFill>
                <a:latin typeface="Arial"/>
                <a:ea typeface="Arial"/>
                <a:cs typeface="Arial"/>
              </a:defRPr>
            </a:lvl6pPr>
            <a:lvl7pPr algn="l">
              <a:defRPr sz="1275" b="0">
                <a:solidFill>
                  <a:srgbClr val="B2C4CF"/>
                </a:solidFill>
                <a:latin typeface="Arial"/>
                <a:ea typeface="Arial"/>
                <a:cs typeface="Arial"/>
              </a:defRPr>
            </a:lvl7pPr>
            <a:lvl8pPr algn="l">
              <a:defRPr sz="1275" b="0">
                <a:solidFill>
                  <a:srgbClr val="B2C4CF"/>
                </a:solidFill>
                <a:latin typeface="Arial"/>
                <a:ea typeface="Arial"/>
                <a:cs typeface="Arial"/>
              </a:defRPr>
            </a:lvl8pPr>
            <a:lvl9pPr algn="l">
              <a:defRPr sz="1275" b="0">
                <a:solidFill>
                  <a:srgbClr val="B2C4CF"/>
                </a:solidFill>
                <a:latin typeface="Arial"/>
                <a:ea typeface="Arial"/>
                <a:cs typeface="Arial"/>
              </a:defRPr>
            </a:lvl9pPr>
          </a:lstStyle>
          <a:p xmlns:a="http://schemas.openxmlformats.org/drawingml/2006/main">
            <a:pPr algn="l">
              <a:defRPr sz="1275" b="0">
                <a:solidFill>
                  <a:srgbClr val="B2C4CF"/>
                </a:solidFill>
                <a:latin typeface="Arial"/>
                <a:ea typeface="Arial"/>
                <a:cs typeface="Arial"/>
              </a:defRPr>
            </a:pPr>
            <a:r>
              <a:rPr sz="1275" b="0">
                <a:solidFill>
                  <a:srgbClr val="B2C4CF"/>
                </a:solidFill>
                <a:latin typeface="Arial"/>
                <a:ea typeface="Arial"/>
                <a:cs typeface="Arial"/>
              </a:rPr>
              <a:t>series</a:t>
            </a:r>
          </a:p>
        </p:txBody>
      </p:sp>
      <p:sp>
        <p:nvSpPr>
          <p:cNvPr id="28" name="">
            <a:extLst xmlns:a="http://schemas.openxmlformats.org/drawingml/2006/main">
              <a:ext uri="{FF2B5EF4-FFF2-40B4-BE49-F238E27FC236}">
                <a16:creationId xmlns:a16="http://schemas.microsoft.com/office/drawing/2014/main" id="{E58806A8-0C37-423C-9C29-0007B7305BD1}"/>
              </a:ext>
            </a:extLst>
          </p:cNvPr>
          <p:cNvSpPr>
            <a:spLocks xmlns:a="http://schemas.openxmlformats.org/drawingml/2006/main" noGrp="1"/>
          </p:cNvSpPr>
          <p:nvPr/>
        </p:nvSpPr>
        <p:spPr>
          <a:xfrm xmlns:a="http://schemas.openxmlformats.org/drawingml/2006/main">
            <a:off x="6172200" y="3448050"/>
            <a:ext cx="2266950" cy="885825"/>
          </a:xfrm>
          <a:prstGeom xmlns:a="http://schemas.openxmlformats.org/drawingml/2006/main" prst="roundRect">
            <a:avLst>
              <a:gd name="adj" fmla="val 8602"/>
            </a:avLst>
          </a:prstGeom>
          <a:solidFill xmlns:a="http://schemas.openxmlformats.org/drawingml/2006/main">
            <a:srgbClr val="102332"/>
          </a:solidFill>
          <a:ln xmlns:a="http://schemas.openxmlformats.org/drawingml/2006/main" w="9525">
            <a:solidFill>
              <a:srgbClr val="284455"/>
            </a:solidFill>
            <a:prstDash val="solid"/>
          </a:ln>
        </p:spPr>
      </p:sp>
      <p:sp>
        <p:nvSpPr>
          <p:cNvPr id="29" name="">
            <a:extLst xmlns:a="http://schemas.openxmlformats.org/drawingml/2006/main">
              <a:ext uri="{FF2B5EF4-FFF2-40B4-BE49-F238E27FC236}">
                <a16:creationId xmlns:a16="http://schemas.microsoft.com/office/drawing/2014/main" id="{ED1F270B-C4A7-4616-B18A-290DDA4CC25A}"/>
              </a:ext>
            </a:extLst>
          </p:cNvPr>
          <p:cNvSpPr>
            <a:spLocks xmlns:a="http://schemas.openxmlformats.org/drawingml/2006/main" noGrp="1"/>
          </p:cNvSpPr>
          <p:nvPr/>
        </p:nvSpPr>
        <p:spPr>
          <a:xfrm xmlns:a="http://schemas.openxmlformats.org/drawingml/2006/main">
            <a:off x="6172200" y="3448050"/>
            <a:ext cx="38100" cy="885825"/>
          </a:xfrm>
          <a:prstGeom xmlns:a="http://schemas.openxmlformats.org/drawingml/2006/main" prst="rect">
            <a:avLst/>
          </a:prstGeom>
          <a:solidFill xmlns:a="http://schemas.openxmlformats.org/drawingml/2006/main">
            <a:srgbClr val="36D9D0"/>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EFF20486-8461-4321-A921-421C6770D647}"/>
              </a:ext>
            </a:extLst>
          </p:cNvPr>
          <p:cNvSpPr>
            <a:spLocks xmlns:a="http://schemas.openxmlformats.org/drawingml/2006/main" noGrp="1"/>
          </p:cNvSpPr>
          <p:nvPr/>
        </p:nvSpPr>
        <p:spPr>
          <a:xfrm xmlns:a="http://schemas.openxmlformats.org/drawingml/2006/main">
            <a:off x="6343650" y="3543300"/>
            <a:ext cx="1885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325" b="1">
                <a:solidFill>
                  <a:srgbClr val="F2F7FA"/>
                </a:solidFill>
                <a:latin typeface="Arial"/>
                <a:ea typeface="Arial"/>
                <a:cs typeface="Arial"/>
              </a:defRPr>
            </a:defPPr>
            <a:lvl1pPr algn="l">
              <a:defRPr sz="2325" b="1">
                <a:solidFill>
                  <a:srgbClr val="F2F7FA"/>
                </a:solidFill>
                <a:latin typeface="Arial"/>
                <a:ea typeface="Arial"/>
                <a:cs typeface="Arial"/>
              </a:defRPr>
            </a:lvl1pPr>
            <a:lvl2pPr algn="l">
              <a:defRPr sz="2325" b="1">
                <a:solidFill>
                  <a:srgbClr val="F2F7FA"/>
                </a:solidFill>
                <a:latin typeface="Arial"/>
                <a:ea typeface="Arial"/>
                <a:cs typeface="Arial"/>
              </a:defRPr>
            </a:lvl2pPr>
            <a:lvl3pPr algn="l">
              <a:defRPr sz="2325" b="1">
                <a:solidFill>
                  <a:srgbClr val="F2F7FA"/>
                </a:solidFill>
                <a:latin typeface="Arial"/>
                <a:ea typeface="Arial"/>
                <a:cs typeface="Arial"/>
              </a:defRPr>
            </a:lvl3pPr>
            <a:lvl4pPr algn="l">
              <a:defRPr sz="2325" b="1">
                <a:solidFill>
                  <a:srgbClr val="F2F7FA"/>
                </a:solidFill>
                <a:latin typeface="Arial"/>
                <a:ea typeface="Arial"/>
                <a:cs typeface="Arial"/>
              </a:defRPr>
            </a:lvl4pPr>
            <a:lvl5pPr algn="l">
              <a:defRPr sz="2325" b="1">
                <a:solidFill>
                  <a:srgbClr val="F2F7FA"/>
                </a:solidFill>
                <a:latin typeface="Arial"/>
                <a:ea typeface="Arial"/>
                <a:cs typeface="Arial"/>
              </a:defRPr>
            </a:lvl5pPr>
            <a:lvl6pPr algn="l">
              <a:defRPr sz="2325" b="1">
                <a:solidFill>
                  <a:srgbClr val="F2F7FA"/>
                </a:solidFill>
                <a:latin typeface="Arial"/>
                <a:ea typeface="Arial"/>
                <a:cs typeface="Arial"/>
              </a:defRPr>
            </a:lvl6pPr>
            <a:lvl7pPr algn="l">
              <a:defRPr sz="2325" b="1">
                <a:solidFill>
                  <a:srgbClr val="F2F7FA"/>
                </a:solidFill>
                <a:latin typeface="Arial"/>
                <a:ea typeface="Arial"/>
                <a:cs typeface="Arial"/>
              </a:defRPr>
            </a:lvl7pPr>
            <a:lvl8pPr algn="l">
              <a:defRPr sz="2325" b="1">
                <a:solidFill>
                  <a:srgbClr val="F2F7FA"/>
                </a:solidFill>
                <a:latin typeface="Arial"/>
                <a:ea typeface="Arial"/>
                <a:cs typeface="Arial"/>
              </a:defRPr>
            </a:lvl8pPr>
            <a:lvl9pPr algn="l">
              <a:defRPr sz="2325" b="1">
                <a:solidFill>
                  <a:srgbClr val="F2F7FA"/>
                </a:solidFill>
                <a:latin typeface="Arial"/>
                <a:ea typeface="Arial"/>
                <a:cs typeface="Arial"/>
              </a:defRPr>
            </a:lvl9pPr>
          </a:lstStyle>
          <a:p xmlns:a="http://schemas.openxmlformats.org/drawingml/2006/main">
            <a:pPr algn="l">
              <a:defRPr sz="2325" b="1">
                <a:solidFill>
                  <a:srgbClr val="F2F7FA"/>
                </a:solidFill>
                <a:latin typeface="Arial"/>
                <a:ea typeface="Arial"/>
                <a:cs typeface="Arial"/>
              </a:defRPr>
            </a:pPr>
            <a:r>
              <a:rPr sz="2325" b="1">
                <a:solidFill>
                  <a:srgbClr val="F2F7FA"/>
                </a:solidFill>
                <a:latin typeface="Arial"/>
                <a:ea typeface="Arial"/>
                <a:cs typeface="Arial"/>
              </a:rPr>
              <a:t>60 s</a:t>
            </a:r>
          </a:p>
        </p:txBody>
      </p:sp>
      <p:sp>
        <p:nvSpPr>
          <p:cNvPr id="31" name="">
            <a:extLst xmlns:a="http://schemas.openxmlformats.org/drawingml/2006/main">
              <a:ext uri="{FF2B5EF4-FFF2-40B4-BE49-F238E27FC236}">
                <a16:creationId xmlns:a16="http://schemas.microsoft.com/office/drawing/2014/main" id="{623F759F-2081-420B-A9F0-17213EE60F93}"/>
              </a:ext>
            </a:extLst>
          </p:cNvPr>
          <p:cNvSpPr>
            <a:spLocks xmlns:a="http://schemas.openxmlformats.org/drawingml/2006/main" noGrp="1"/>
          </p:cNvSpPr>
          <p:nvPr/>
        </p:nvSpPr>
        <p:spPr>
          <a:xfrm xmlns:a="http://schemas.openxmlformats.org/drawingml/2006/main">
            <a:off x="6343650" y="3952875"/>
            <a:ext cx="18859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0">
                <a:solidFill>
                  <a:srgbClr val="B2C4CF"/>
                </a:solidFill>
                <a:latin typeface="Arial"/>
                <a:ea typeface="Arial"/>
                <a:cs typeface="Arial"/>
              </a:defRPr>
            </a:defPPr>
            <a:lvl1pPr algn="l">
              <a:defRPr sz="1275" b="0">
                <a:solidFill>
                  <a:srgbClr val="B2C4CF"/>
                </a:solidFill>
                <a:latin typeface="Arial"/>
                <a:ea typeface="Arial"/>
                <a:cs typeface="Arial"/>
              </a:defRPr>
            </a:lvl1pPr>
            <a:lvl2pPr algn="l">
              <a:defRPr sz="1275" b="0">
                <a:solidFill>
                  <a:srgbClr val="B2C4CF"/>
                </a:solidFill>
                <a:latin typeface="Arial"/>
                <a:ea typeface="Arial"/>
                <a:cs typeface="Arial"/>
              </a:defRPr>
            </a:lvl2pPr>
            <a:lvl3pPr algn="l">
              <a:defRPr sz="1275" b="0">
                <a:solidFill>
                  <a:srgbClr val="B2C4CF"/>
                </a:solidFill>
                <a:latin typeface="Arial"/>
                <a:ea typeface="Arial"/>
                <a:cs typeface="Arial"/>
              </a:defRPr>
            </a:lvl3pPr>
            <a:lvl4pPr algn="l">
              <a:defRPr sz="1275" b="0">
                <a:solidFill>
                  <a:srgbClr val="B2C4CF"/>
                </a:solidFill>
                <a:latin typeface="Arial"/>
                <a:ea typeface="Arial"/>
                <a:cs typeface="Arial"/>
              </a:defRPr>
            </a:lvl4pPr>
            <a:lvl5pPr algn="l">
              <a:defRPr sz="1275" b="0">
                <a:solidFill>
                  <a:srgbClr val="B2C4CF"/>
                </a:solidFill>
                <a:latin typeface="Arial"/>
                <a:ea typeface="Arial"/>
                <a:cs typeface="Arial"/>
              </a:defRPr>
            </a:lvl5pPr>
            <a:lvl6pPr algn="l">
              <a:defRPr sz="1275" b="0">
                <a:solidFill>
                  <a:srgbClr val="B2C4CF"/>
                </a:solidFill>
                <a:latin typeface="Arial"/>
                <a:ea typeface="Arial"/>
                <a:cs typeface="Arial"/>
              </a:defRPr>
            </a:lvl6pPr>
            <a:lvl7pPr algn="l">
              <a:defRPr sz="1275" b="0">
                <a:solidFill>
                  <a:srgbClr val="B2C4CF"/>
                </a:solidFill>
                <a:latin typeface="Arial"/>
                <a:ea typeface="Arial"/>
                <a:cs typeface="Arial"/>
              </a:defRPr>
            </a:lvl7pPr>
            <a:lvl8pPr algn="l">
              <a:defRPr sz="1275" b="0">
                <a:solidFill>
                  <a:srgbClr val="B2C4CF"/>
                </a:solidFill>
                <a:latin typeface="Arial"/>
                <a:ea typeface="Arial"/>
                <a:cs typeface="Arial"/>
              </a:defRPr>
            </a:lvl8pPr>
            <a:lvl9pPr algn="l">
              <a:defRPr sz="1275" b="0">
                <a:solidFill>
                  <a:srgbClr val="B2C4CF"/>
                </a:solidFill>
                <a:latin typeface="Arial"/>
                <a:ea typeface="Arial"/>
                <a:cs typeface="Arial"/>
              </a:defRPr>
            </a:lvl9pPr>
          </a:lstStyle>
          <a:p xmlns:a="http://schemas.openxmlformats.org/drawingml/2006/main">
            <a:pPr algn="l">
              <a:defRPr sz="1275" b="0">
                <a:solidFill>
                  <a:srgbClr val="B2C4CF"/>
                </a:solidFill>
                <a:latin typeface="Arial"/>
                <a:ea typeface="Arial"/>
                <a:cs typeface="Arial"/>
              </a:defRPr>
            </a:pPr>
            <a:r>
              <a:rPr sz="1275" b="0">
                <a:solidFill>
                  <a:srgbClr val="B2C4CF"/>
                </a:solidFill>
                <a:latin typeface="Arial"/>
                <a:ea typeface="Arial"/>
                <a:cs typeface="Arial"/>
              </a:rPr>
              <a:t>fixture spacing</a:t>
            </a:r>
          </a:p>
        </p:txBody>
      </p:sp>
      <p:sp>
        <p:nvSpPr>
          <p:cNvPr id="32" name="">
            <a:extLst xmlns:a="http://schemas.openxmlformats.org/drawingml/2006/main">
              <a:ext uri="{FF2B5EF4-FFF2-40B4-BE49-F238E27FC236}">
                <a16:creationId xmlns:a16="http://schemas.microsoft.com/office/drawing/2014/main" id="{DA88B43C-F760-4323-A179-FA3E0EA6F035}"/>
              </a:ext>
            </a:extLst>
          </p:cNvPr>
          <p:cNvSpPr>
            <a:spLocks xmlns:a="http://schemas.openxmlformats.org/drawingml/2006/main" noGrp="1"/>
          </p:cNvSpPr>
          <p:nvPr/>
        </p:nvSpPr>
        <p:spPr>
          <a:xfrm xmlns:a="http://schemas.openxmlformats.org/drawingml/2006/main">
            <a:off x="8648700" y="3448050"/>
            <a:ext cx="2266950" cy="885825"/>
          </a:xfrm>
          <a:prstGeom xmlns:a="http://schemas.openxmlformats.org/drawingml/2006/main" prst="roundRect">
            <a:avLst>
              <a:gd name="adj" fmla="val 8602"/>
            </a:avLst>
          </a:prstGeom>
          <a:solidFill xmlns:a="http://schemas.openxmlformats.org/drawingml/2006/main">
            <a:srgbClr val="102332"/>
          </a:solidFill>
          <a:ln xmlns:a="http://schemas.openxmlformats.org/drawingml/2006/main" w="9525">
            <a:solidFill>
              <a:srgbClr val="284455"/>
            </a:solidFill>
            <a:prstDash val="solid"/>
          </a:ln>
        </p:spPr>
      </p:sp>
      <p:sp>
        <p:nvSpPr>
          <p:cNvPr id="33" name="">
            <a:extLst xmlns:a="http://schemas.openxmlformats.org/drawingml/2006/main">
              <a:ext uri="{FF2B5EF4-FFF2-40B4-BE49-F238E27FC236}">
                <a16:creationId xmlns:a16="http://schemas.microsoft.com/office/drawing/2014/main" id="{FF0BD633-8858-443C-AE00-213E2ED7BFCC}"/>
              </a:ext>
            </a:extLst>
          </p:cNvPr>
          <p:cNvSpPr>
            <a:spLocks xmlns:a="http://schemas.openxmlformats.org/drawingml/2006/main" noGrp="1"/>
          </p:cNvSpPr>
          <p:nvPr/>
        </p:nvSpPr>
        <p:spPr>
          <a:xfrm xmlns:a="http://schemas.openxmlformats.org/drawingml/2006/main">
            <a:off x="8648700" y="3448050"/>
            <a:ext cx="38100" cy="885825"/>
          </a:xfrm>
          <a:prstGeom xmlns:a="http://schemas.openxmlformats.org/drawingml/2006/main" prst="rect">
            <a:avLst/>
          </a:prstGeom>
          <a:solidFill xmlns:a="http://schemas.openxmlformats.org/drawingml/2006/main">
            <a:srgbClr val="F4B860"/>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F7E9A6BC-0392-490D-95BD-362D5623B07B}"/>
              </a:ext>
            </a:extLst>
          </p:cNvPr>
          <p:cNvSpPr>
            <a:spLocks xmlns:a="http://schemas.openxmlformats.org/drawingml/2006/main" noGrp="1"/>
          </p:cNvSpPr>
          <p:nvPr/>
        </p:nvSpPr>
        <p:spPr>
          <a:xfrm xmlns:a="http://schemas.openxmlformats.org/drawingml/2006/main">
            <a:off x="8820150" y="3543300"/>
            <a:ext cx="1885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325" b="1">
                <a:solidFill>
                  <a:srgbClr val="F2F7FA"/>
                </a:solidFill>
                <a:latin typeface="Arial"/>
                <a:ea typeface="Arial"/>
                <a:cs typeface="Arial"/>
              </a:defRPr>
            </a:defPPr>
            <a:lvl1pPr algn="l">
              <a:defRPr sz="2325" b="1">
                <a:solidFill>
                  <a:srgbClr val="F2F7FA"/>
                </a:solidFill>
                <a:latin typeface="Arial"/>
                <a:ea typeface="Arial"/>
                <a:cs typeface="Arial"/>
              </a:defRPr>
            </a:lvl1pPr>
            <a:lvl2pPr algn="l">
              <a:defRPr sz="2325" b="1">
                <a:solidFill>
                  <a:srgbClr val="F2F7FA"/>
                </a:solidFill>
                <a:latin typeface="Arial"/>
                <a:ea typeface="Arial"/>
                <a:cs typeface="Arial"/>
              </a:defRPr>
            </a:lvl2pPr>
            <a:lvl3pPr algn="l">
              <a:defRPr sz="2325" b="1">
                <a:solidFill>
                  <a:srgbClr val="F2F7FA"/>
                </a:solidFill>
                <a:latin typeface="Arial"/>
                <a:ea typeface="Arial"/>
                <a:cs typeface="Arial"/>
              </a:defRPr>
            </a:lvl3pPr>
            <a:lvl4pPr algn="l">
              <a:defRPr sz="2325" b="1">
                <a:solidFill>
                  <a:srgbClr val="F2F7FA"/>
                </a:solidFill>
                <a:latin typeface="Arial"/>
                <a:ea typeface="Arial"/>
                <a:cs typeface="Arial"/>
              </a:defRPr>
            </a:lvl4pPr>
            <a:lvl5pPr algn="l">
              <a:defRPr sz="2325" b="1">
                <a:solidFill>
                  <a:srgbClr val="F2F7FA"/>
                </a:solidFill>
                <a:latin typeface="Arial"/>
                <a:ea typeface="Arial"/>
                <a:cs typeface="Arial"/>
              </a:defRPr>
            </a:lvl5pPr>
            <a:lvl6pPr algn="l">
              <a:defRPr sz="2325" b="1">
                <a:solidFill>
                  <a:srgbClr val="F2F7FA"/>
                </a:solidFill>
                <a:latin typeface="Arial"/>
                <a:ea typeface="Arial"/>
                <a:cs typeface="Arial"/>
              </a:defRPr>
            </a:lvl6pPr>
            <a:lvl7pPr algn="l">
              <a:defRPr sz="2325" b="1">
                <a:solidFill>
                  <a:srgbClr val="F2F7FA"/>
                </a:solidFill>
                <a:latin typeface="Arial"/>
                <a:ea typeface="Arial"/>
                <a:cs typeface="Arial"/>
              </a:defRPr>
            </a:lvl7pPr>
            <a:lvl8pPr algn="l">
              <a:defRPr sz="2325" b="1">
                <a:solidFill>
                  <a:srgbClr val="F2F7FA"/>
                </a:solidFill>
                <a:latin typeface="Arial"/>
                <a:ea typeface="Arial"/>
                <a:cs typeface="Arial"/>
              </a:defRPr>
            </a:lvl8pPr>
            <a:lvl9pPr algn="l">
              <a:defRPr sz="2325" b="1">
                <a:solidFill>
                  <a:srgbClr val="F2F7FA"/>
                </a:solidFill>
                <a:latin typeface="Arial"/>
                <a:ea typeface="Arial"/>
                <a:cs typeface="Arial"/>
              </a:defRPr>
            </a:lvl9pPr>
          </a:lstStyle>
          <a:p xmlns:a="http://schemas.openxmlformats.org/drawingml/2006/main">
            <a:pPr algn="l">
              <a:defRPr sz="2325" b="1">
                <a:solidFill>
                  <a:srgbClr val="F2F7FA"/>
                </a:solidFill>
                <a:latin typeface="Arial"/>
                <a:ea typeface="Arial"/>
                <a:cs typeface="Arial"/>
              </a:defRPr>
            </a:pPr>
            <a:r>
              <a:rPr sz="2325" b="1">
                <a:solidFill>
                  <a:srgbClr val="F2F7FA"/>
                </a:solidFill>
                <a:latin typeface="Arial"/>
                <a:ea typeface="Arial"/>
                <a:cs typeface="Arial"/>
              </a:rPr>
              <a:t>2</a:t>
            </a:r>
          </a:p>
        </p:txBody>
      </p:sp>
      <p:sp>
        <p:nvSpPr>
          <p:cNvPr id="35" name="">
            <a:extLst xmlns:a="http://schemas.openxmlformats.org/drawingml/2006/main">
              <a:ext uri="{FF2B5EF4-FFF2-40B4-BE49-F238E27FC236}">
                <a16:creationId xmlns:a16="http://schemas.microsoft.com/office/drawing/2014/main" id="{008B4A8A-8DDE-4ECC-9897-A764CD36411E}"/>
              </a:ext>
            </a:extLst>
          </p:cNvPr>
          <p:cNvSpPr>
            <a:spLocks xmlns:a="http://schemas.openxmlformats.org/drawingml/2006/main" noGrp="1"/>
          </p:cNvSpPr>
          <p:nvPr/>
        </p:nvSpPr>
        <p:spPr>
          <a:xfrm xmlns:a="http://schemas.openxmlformats.org/drawingml/2006/main">
            <a:off x="8820150" y="3952875"/>
            <a:ext cx="18859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0">
                <a:solidFill>
                  <a:srgbClr val="B2C4CF"/>
                </a:solidFill>
                <a:latin typeface="Arial"/>
                <a:ea typeface="Arial"/>
                <a:cs typeface="Arial"/>
              </a:defRPr>
            </a:defPPr>
            <a:lvl1pPr algn="l">
              <a:defRPr sz="1275" b="0">
                <a:solidFill>
                  <a:srgbClr val="B2C4CF"/>
                </a:solidFill>
                <a:latin typeface="Arial"/>
                <a:ea typeface="Arial"/>
                <a:cs typeface="Arial"/>
              </a:defRPr>
            </a:lvl1pPr>
            <a:lvl2pPr algn="l">
              <a:defRPr sz="1275" b="0">
                <a:solidFill>
                  <a:srgbClr val="B2C4CF"/>
                </a:solidFill>
                <a:latin typeface="Arial"/>
                <a:ea typeface="Arial"/>
                <a:cs typeface="Arial"/>
              </a:defRPr>
            </a:lvl2pPr>
            <a:lvl3pPr algn="l">
              <a:defRPr sz="1275" b="0">
                <a:solidFill>
                  <a:srgbClr val="B2C4CF"/>
                </a:solidFill>
                <a:latin typeface="Arial"/>
                <a:ea typeface="Arial"/>
                <a:cs typeface="Arial"/>
              </a:defRPr>
            </a:lvl3pPr>
            <a:lvl4pPr algn="l">
              <a:defRPr sz="1275" b="0">
                <a:solidFill>
                  <a:srgbClr val="B2C4CF"/>
                </a:solidFill>
                <a:latin typeface="Arial"/>
                <a:ea typeface="Arial"/>
                <a:cs typeface="Arial"/>
              </a:defRPr>
            </a:lvl4pPr>
            <a:lvl5pPr algn="l">
              <a:defRPr sz="1275" b="0">
                <a:solidFill>
                  <a:srgbClr val="B2C4CF"/>
                </a:solidFill>
                <a:latin typeface="Arial"/>
                <a:ea typeface="Arial"/>
                <a:cs typeface="Arial"/>
              </a:defRPr>
            </a:lvl5pPr>
            <a:lvl6pPr algn="l">
              <a:defRPr sz="1275" b="0">
                <a:solidFill>
                  <a:srgbClr val="B2C4CF"/>
                </a:solidFill>
                <a:latin typeface="Arial"/>
                <a:ea typeface="Arial"/>
                <a:cs typeface="Arial"/>
              </a:defRPr>
            </a:lvl6pPr>
            <a:lvl7pPr algn="l">
              <a:defRPr sz="1275" b="0">
                <a:solidFill>
                  <a:srgbClr val="B2C4CF"/>
                </a:solidFill>
                <a:latin typeface="Arial"/>
                <a:ea typeface="Arial"/>
                <a:cs typeface="Arial"/>
              </a:defRPr>
            </a:lvl7pPr>
            <a:lvl8pPr algn="l">
              <a:defRPr sz="1275" b="0">
                <a:solidFill>
                  <a:srgbClr val="B2C4CF"/>
                </a:solidFill>
                <a:latin typeface="Arial"/>
                <a:ea typeface="Arial"/>
                <a:cs typeface="Arial"/>
              </a:defRPr>
            </a:lvl8pPr>
            <a:lvl9pPr algn="l">
              <a:defRPr sz="1275" b="0">
                <a:solidFill>
                  <a:srgbClr val="B2C4CF"/>
                </a:solidFill>
                <a:latin typeface="Arial"/>
                <a:ea typeface="Arial"/>
                <a:cs typeface="Arial"/>
              </a:defRPr>
            </a:lvl9pPr>
          </a:lstStyle>
          <a:p xmlns:a="http://schemas.openxmlformats.org/drawingml/2006/main">
            <a:pPr algn="l">
              <a:defRPr sz="1275" b="0">
                <a:solidFill>
                  <a:srgbClr val="B2C4CF"/>
                </a:solidFill>
                <a:latin typeface="Arial"/>
                <a:ea typeface="Arial"/>
                <a:cs typeface="Arial"/>
              </a:defRPr>
            </a:pPr>
            <a:r>
              <a:rPr sz="1275" b="0">
                <a:solidFill>
                  <a:srgbClr val="B2C4CF"/>
                </a:solidFill>
                <a:latin typeface="Arial"/>
                <a:ea typeface="Arial"/>
                <a:cs typeface="Arial"/>
              </a:rPr>
              <a:t>hand-authored windows</a:t>
            </a:r>
          </a:p>
        </p:txBody>
      </p:sp>
      <p:sp>
        <p:nvSpPr>
          <p:cNvPr id="36" name="">
            <a:extLst xmlns:a="http://schemas.openxmlformats.org/drawingml/2006/main">
              <a:ext uri="{FF2B5EF4-FFF2-40B4-BE49-F238E27FC236}">
                <a16:creationId xmlns:a16="http://schemas.microsoft.com/office/drawing/2014/main" id="{0317F325-4161-4AD6-B6BE-F2692E37B8E1}"/>
              </a:ext>
            </a:extLst>
          </p:cNvPr>
          <p:cNvSpPr>
            <a:spLocks xmlns:a="http://schemas.openxmlformats.org/drawingml/2006/main" noGrp="1"/>
          </p:cNvSpPr>
          <p:nvPr/>
        </p:nvSpPr>
        <p:spPr>
          <a:xfrm xmlns:a="http://schemas.openxmlformats.org/drawingml/2006/main">
            <a:off x="6172200" y="4638675"/>
            <a:ext cx="4953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F2F7FA"/>
                </a:solidFill>
                <a:latin typeface="Arial"/>
                <a:ea typeface="Arial"/>
                <a:cs typeface="Arial"/>
              </a:defRPr>
            </a:defPPr>
            <a:lvl1pPr algn="l">
              <a:defRPr sz="1350" b="0">
                <a:solidFill>
                  <a:srgbClr val="F2F7FA"/>
                </a:solidFill>
                <a:latin typeface="Arial"/>
                <a:ea typeface="Arial"/>
                <a:cs typeface="Arial"/>
              </a:defRPr>
            </a:lvl1pPr>
            <a:lvl2pPr algn="l">
              <a:defRPr sz="1350" b="0">
                <a:solidFill>
                  <a:srgbClr val="F2F7FA"/>
                </a:solidFill>
                <a:latin typeface="Arial"/>
                <a:ea typeface="Arial"/>
                <a:cs typeface="Arial"/>
              </a:defRPr>
            </a:lvl2pPr>
            <a:lvl3pPr algn="l">
              <a:defRPr sz="1350" b="0">
                <a:solidFill>
                  <a:srgbClr val="F2F7FA"/>
                </a:solidFill>
                <a:latin typeface="Arial"/>
                <a:ea typeface="Arial"/>
                <a:cs typeface="Arial"/>
              </a:defRPr>
            </a:lvl3pPr>
            <a:lvl4pPr algn="l">
              <a:defRPr sz="1350" b="0">
                <a:solidFill>
                  <a:srgbClr val="F2F7FA"/>
                </a:solidFill>
                <a:latin typeface="Arial"/>
                <a:ea typeface="Arial"/>
                <a:cs typeface="Arial"/>
              </a:defRPr>
            </a:lvl4pPr>
            <a:lvl5pPr algn="l">
              <a:defRPr sz="1350" b="0">
                <a:solidFill>
                  <a:srgbClr val="F2F7FA"/>
                </a:solidFill>
                <a:latin typeface="Arial"/>
                <a:ea typeface="Arial"/>
                <a:cs typeface="Arial"/>
              </a:defRPr>
            </a:lvl5pPr>
            <a:lvl6pPr algn="l">
              <a:defRPr sz="1350" b="0">
                <a:solidFill>
                  <a:srgbClr val="F2F7FA"/>
                </a:solidFill>
                <a:latin typeface="Arial"/>
                <a:ea typeface="Arial"/>
                <a:cs typeface="Arial"/>
              </a:defRPr>
            </a:lvl6pPr>
            <a:lvl7pPr algn="l">
              <a:defRPr sz="1350" b="0">
                <a:solidFill>
                  <a:srgbClr val="F2F7FA"/>
                </a:solidFill>
                <a:latin typeface="Arial"/>
                <a:ea typeface="Arial"/>
                <a:cs typeface="Arial"/>
              </a:defRPr>
            </a:lvl7pPr>
            <a:lvl8pPr algn="l">
              <a:defRPr sz="1350" b="0">
                <a:solidFill>
                  <a:srgbClr val="F2F7FA"/>
                </a:solidFill>
                <a:latin typeface="Arial"/>
                <a:ea typeface="Arial"/>
                <a:cs typeface="Arial"/>
              </a:defRPr>
            </a:lvl8pPr>
            <a:lvl9pPr algn="l">
              <a:defRPr sz="1350" b="0">
                <a:solidFill>
                  <a:srgbClr val="F2F7FA"/>
                </a:solidFill>
                <a:latin typeface="Arial"/>
                <a:ea typeface="Arial"/>
                <a:cs typeface="Arial"/>
              </a:defRPr>
            </a:lvl9pPr>
          </a:lstStyle>
          <a:p xmlns:a="http://schemas.openxmlformats.org/drawingml/2006/main">
            <a:pPr algn="l">
              <a:defRPr sz="1350" b="0">
                <a:solidFill>
                  <a:srgbClr val="F2F7FA"/>
                </a:solidFill>
                <a:latin typeface="Arial"/>
                <a:ea typeface="Arial"/>
                <a:cs typeface="Arial"/>
              </a:defRPr>
            </a:pPr>
            <a:r>
              <a:rPr sz="1350" b="0">
                <a:solidFill>
                  <a:srgbClr val="F2F7FA"/>
                </a:solidFill>
                <a:latin typeface="Arial"/>
                <a:ea typeface="Arial"/>
                <a:cs typeface="Arial"/>
              </a:rPr>
              <a:t>CSV → strict timezone/order/finite-value checks → sequential replay. No imputation or resampling.</a:t>
            </a:r>
          </a:p>
        </p:txBody>
      </p:sp>
    </p:spTree>
    <p:extLst>
      <p:ext uri="{BB962C8B-B14F-4D97-AF65-F5344CB8AC3E}">
        <p14:creationId xmlns:p14="http://schemas.microsoft.com/office/powerpoint/2010/main" val="123637475"/>
      </p:ext>
    </p:extLst>
  </p:cSld>
</p:sld>
</file>

<file path=ppt/slides/slide4.xml><?xml version="1.0" encoding="utf-8"?>
<p:sld xmlns:p="http://schemas.openxmlformats.org/presentationml/2006/main">
  <p:cSld>
    <p:bg>
      <p:bgPr>
        <a:solidFill xmlns:a="http://schemas.openxmlformats.org/drawingml/2006/main">
          <a:srgbClr val="07131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E8E27180-FFD4-425F-BA4A-E697738079D0}"/>
              </a:ext>
            </a:extLst>
          </p:cNvPr>
          <p:cNvSpPr>
            <a:spLocks xmlns:a="http://schemas.openxmlformats.org/drawingml/2006/main" noGrp="1"/>
          </p:cNvSpPr>
          <p:nvPr/>
        </p:nvSpPr>
        <p:spPr>
          <a:xfrm xmlns:a="http://schemas.openxmlformats.org/drawingml/2006/main">
            <a:off x="609600" y="247650"/>
            <a:ext cx="876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36D9D0"/>
                </a:solidFill>
                <a:latin typeface="Arial"/>
                <a:ea typeface="Arial"/>
                <a:cs typeface="Arial"/>
              </a:defRPr>
            </a:defPPr>
            <a:lvl1pPr algn="l">
              <a:defRPr sz="1125" b="1">
                <a:solidFill>
                  <a:srgbClr val="36D9D0"/>
                </a:solidFill>
                <a:latin typeface="Arial"/>
                <a:ea typeface="Arial"/>
                <a:cs typeface="Arial"/>
              </a:defRPr>
            </a:lvl1pPr>
            <a:lvl2pPr algn="l">
              <a:defRPr sz="1125" b="1">
                <a:solidFill>
                  <a:srgbClr val="36D9D0"/>
                </a:solidFill>
                <a:latin typeface="Arial"/>
                <a:ea typeface="Arial"/>
                <a:cs typeface="Arial"/>
              </a:defRPr>
            </a:lvl2pPr>
            <a:lvl3pPr algn="l">
              <a:defRPr sz="1125" b="1">
                <a:solidFill>
                  <a:srgbClr val="36D9D0"/>
                </a:solidFill>
                <a:latin typeface="Arial"/>
                <a:ea typeface="Arial"/>
                <a:cs typeface="Arial"/>
              </a:defRPr>
            </a:lvl3pPr>
            <a:lvl4pPr algn="l">
              <a:defRPr sz="1125" b="1">
                <a:solidFill>
                  <a:srgbClr val="36D9D0"/>
                </a:solidFill>
                <a:latin typeface="Arial"/>
                <a:ea typeface="Arial"/>
                <a:cs typeface="Arial"/>
              </a:defRPr>
            </a:lvl4pPr>
            <a:lvl5pPr algn="l">
              <a:defRPr sz="1125" b="1">
                <a:solidFill>
                  <a:srgbClr val="36D9D0"/>
                </a:solidFill>
                <a:latin typeface="Arial"/>
                <a:ea typeface="Arial"/>
                <a:cs typeface="Arial"/>
              </a:defRPr>
            </a:lvl5pPr>
            <a:lvl6pPr algn="l">
              <a:defRPr sz="1125" b="1">
                <a:solidFill>
                  <a:srgbClr val="36D9D0"/>
                </a:solidFill>
                <a:latin typeface="Arial"/>
                <a:ea typeface="Arial"/>
                <a:cs typeface="Arial"/>
              </a:defRPr>
            </a:lvl6pPr>
            <a:lvl7pPr algn="l">
              <a:defRPr sz="1125" b="1">
                <a:solidFill>
                  <a:srgbClr val="36D9D0"/>
                </a:solidFill>
                <a:latin typeface="Arial"/>
                <a:ea typeface="Arial"/>
                <a:cs typeface="Arial"/>
              </a:defRPr>
            </a:lvl7pPr>
            <a:lvl8pPr algn="l">
              <a:defRPr sz="1125" b="1">
                <a:solidFill>
                  <a:srgbClr val="36D9D0"/>
                </a:solidFill>
                <a:latin typeface="Arial"/>
                <a:ea typeface="Arial"/>
                <a:cs typeface="Arial"/>
              </a:defRPr>
            </a:lvl8pPr>
            <a:lvl9pPr algn="l">
              <a:defRPr sz="1125" b="1">
                <a:solidFill>
                  <a:srgbClr val="36D9D0"/>
                </a:solidFill>
                <a:latin typeface="Arial"/>
                <a:ea typeface="Arial"/>
                <a:cs typeface="Arial"/>
              </a:defRPr>
            </a:lvl9pPr>
          </a:lstStyle>
          <a:p xmlns:a="http://schemas.openxmlformats.org/drawingml/2006/main">
            <a:pPr algn="l">
              <a:defRPr sz="1125" b="1">
                <a:solidFill>
                  <a:srgbClr val="36D9D0"/>
                </a:solidFill>
                <a:latin typeface="Arial"/>
                <a:ea typeface="Arial"/>
                <a:cs typeface="Arial"/>
              </a:defRPr>
            </a:pPr>
            <a:r>
              <a:rPr sz="1125" b="1">
                <a:solidFill>
                  <a:srgbClr val="36D9D0"/>
                </a:solidFill>
                <a:latin typeface="Arial"/>
                <a:ea typeface="Arial"/>
                <a:cs typeface="Arial"/>
              </a:rPr>
              <a:t>SENTINEL PULSE   /   SYSTEM</a:t>
            </a:r>
          </a:p>
        </p:txBody>
      </p:sp>
      <p:sp>
        <p:nvSpPr>
          <p:cNvPr id="2" name="">
            <a:extLst xmlns:a="http://schemas.openxmlformats.org/drawingml/2006/main">
              <a:ext uri="{FF2B5EF4-FFF2-40B4-BE49-F238E27FC236}">
                <a16:creationId xmlns:a16="http://schemas.microsoft.com/office/drawing/2014/main" id="{A6177FA7-FAB1-4278-8889-BF18E0793892}"/>
              </a:ext>
            </a:extLst>
          </p:cNvPr>
          <p:cNvSpPr>
            <a:spLocks xmlns:a="http://schemas.openxmlformats.org/drawingml/2006/main" noGrp="1"/>
          </p:cNvSpPr>
          <p:nvPr/>
        </p:nvSpPr>
        <p:spPr>
          <a:xfrm xmlns:a="http://schemas.openxmlformats.org/drawingml/2006/main">
            <a:off x="609600" y="590550"/>
            <a:ext cx="10972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700" b="1">
                <a:solidFill>
                  <a:srgbClr val="F2F7FA"/>
                </a:solidFill>
                <a:latin typeface="Arial"/>
                <a:ea typeface="Arial"/>
                <a:cs typeface="Arial"/>
              </a:defRPr>
            </a:defPPr>
            <a:lvl1pPr algn="l">
              <a:defRPr sz="2700" b="1">
                <a:solidFill>
                  <a:srgbClr val="F2F7FA"/>
                </a:solidFill>
                <a:latin typeface="Arial"/>
                <a:ea typeface="Arial"/>
                <a:cs typeface="Arial"/>
              </a:defRPr>
            </a:lvl1pPr>
            <a:lvl2pPr algn="l">
              <a:defRPr sz="2700" b="1">
                <a:solidFill>
                  <a:srgbClr val="F2F7FA"/>
                </a:solidFill>
                <a:latin typeface="Arial"/>
                <a:ea typeface="Arial"/>
                <a:cs typeface="Arial"/>
              </a:defRPr>
            </a:lvl2pPr>
            <a:lvl3pPr algn="l">
              <a:defRPr sz="2700" b="1">
                <a:solidFill>
                  <a:srgbClr val="F2F7FA"/>
                </a:solidFill>
                <a:latin typeface="Arial"/>
                <a:ea typeface="Arial"/>
                <a:cs typeface="Arial"/>
              </a:defRPr>
            </a:lvl3pPr>
            <a:lvl4pPr algn="l">
              <a:defRPr sz="2700" b="1">
                <a:solidFill>
                  <a:srgbClr val="F2F7FA"/>
                </a:solidFill>
                <a:latin typeface="Arial"/>
                <a:ea typeface="Arial"/>
                <a:cs typeface="Arial"/>
              </a:defRPr>
            </a:lvl4pPr>
            <a:lvl5pPr algn="l">
              <a:defRPr sz="2700" b="1">
                <a:solidFill>
                  <a:srgbClr val="F2F7FA"/>
                </a:solidFill>
                <a:latin typeface="Arial"/>
                <a:ea typeface="Arial"/>
                <a:cs typeface="Arial"/>
              </a:defRPr>
            </a:lvl5pPr>
            <a:lvl6pPr algn="l">
              <a:defRPr sz="2700" b="1">
                <a:solidFill>
                  <a:srgbClr val="F2F7FA"/>
                </a:solidFill>
                <a:latin typeface="Arial"/>
                <a:ea typeface="Arial"/>
                <a:cs typeface="Arial"/>
              </a:defRPr>
            </a:lvl6pPr>
            <a:lvl7pPr algn="l">
              <a:defRPr sz="2700" b="1">
                <a:solidFill>
                  <a:srgbClr val="F2F7FA"/>
                </a:solidFill>
                <a:latin typeface="Arial"/>
                <a:ea typeface="Arial"/>
                <a:cs typeface="Arial"/>
              </a:defRPr>
            </a:lvl7pPr>
            <a:lvl8pPr algn="l">
              <a:defRPr sz="2700" b="1">
                <a:solidFill>
                  <a:srgbClr val="F2F7FA"/>
                </a:solidFill>
                <a:latin typeface="Arial"/>
                <a:ea typeface="Arial"/>
                <a:cs typeface="Arial"/>
              </a:defRPr>
            </a:lvl8pPr>
            <a:lvl9pPr algn="l">
              <a:defRPr sz="2700" b="1">
                <a:solidFill>
                  <a:srgbClr val="F2F7FA"/>
                </a:solidFill>
                <a:latin typeface="Arial"/>
                <a:ea typeface="Arial"/>
                <a:cs typeface="Arial"/>
              </a:defRPr>
            </a:lvl9pPr>
          </a:lstStyle>
          <a:p xmlns:a="http://schemas.openxmlformats.org/drawingml/2006/main">
            <a:pPr algn="l">
              <a:defRPr sz="2700" b="1">
                <a:solidFill>
                  <a:srgbClr val="F2F7FA"/>
                </a:solidFill>
                <a:latin typeface="Arial"/>
                <a:ea typeface="Arial"/>
                <a:cs typeface="Arial"/>
              </a:defRPr>
            </a:pPr>
            <a:r>
              <a:rPr sz="2700" b="1">
                <a:solidFill>
                  <a:srgbClr val="F2F7FA"/>
                </a:solidFill>
                <a:latin typeface="Arial"/>
                <a:ea typeface="Arial"/>
                <a:cs typeface="Arial"/>
              </a:rPr>
              <a:t>One causal path from CSV to reviewable evidence</a:t>
            </a:r>
          </a:p>
        </p:txBody>
      </p:sp>
      <p:sp>
        <p:nvSpPr>
          <p:cNvPr id="3" name="">
            <a:extLst xmlns:a="http://schemas.openxmlformats.org/drawingml/2006/main">
              <a:ext uri="{FF2B5EF4-FFF2-40B4-BE49-F238E27FC236}">
                <a16:creationId xmlns:a16="http://schemas.microsoft.com/office/drawing/2014/main" id="{E686AB8D-B679-4AEF-91D0-65A0F82BFEA3}"/>
              </a:ext>
            </a:extLst>
          </p:cNvPr>
          <p:cNvSpPr>
            <a:spLocks xmlns:a="http://schemas.openxmlformats.org/drawingml/2006/main" noGrp="1"/>
          </p:cNvSpPr>
          <p:nvPr/>
        </p:nvSpPr>
        <p:spPr>
          <a:xfrm xmlns:a="http://schemas.openxmlformats.org/drawingml/2006/main">
            <a:off x="609600" y="1200150"/>
            <a:ext cx="10972800" cy="9525"/>
          </a:xfrm>
          <a:prstGeom xmlns:a="http://schemas.openxmlformats.org/drawingml/2006/main" prst="rect">
            <a:avLst/>
          </a:prstGeom>
          <a:solidFill xmlns:a="http://schemas.openxmlformats.org/drawingml/2006/main">
            <a:srgbClr val="284455"/>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CEB0506-E1C8-4D16-9879-78A0B60EB830}"/>
              </a:ext>
            </a:extLst>
          </p:cNvPr>
          <p:cNvSpPr>
            <a:spLocks xmlns:a="http://schemas.openxmlformats.org/drawingml/2006/main" noGrp="1"/>
          </p:cNvSpPr>
          <p:nvPr/>
        </p:nvSpPr>
        <p:spPr>
          <a:xfrm xmlns:a="http://schemas.openxmlformats.org/drawingml/2006/main">
            <a:off x="609600" y="6496050"/>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00" b="0">
                <a:solidFill>
                  <a:srgbClr val="B2C4CF"/>
                </a:solidFill>
                <a:latin typeface="Arial"/>
                <a:ea typeface="Arial"/>
                <a:cs typeface="Arial"/>
              </a:defRPr>
            </a:defPPr>
            <a:lvl1pPr algn="r">
              <a:defRPr sz="900" b="0">
                <a:solidFill>
                  <a:srgbClr val="B2C4CF"/>
                </a:solidFill>
                <a:latin typeface="Arial"/>
                <a:ea typeface="Arial"/>
                <a:cs typeface="Arial"/>
              </a:defRPr>
            </a:lvl1pPr>
            <a:lvl2pPr algn="r">
              <a:defRPr sz="900" b="0">
                <a:solidFill>
                  <a:srgbClr val="B2C4CF"/>
                </a:solidFill>
                <a:latin typeface="Arial"/>
                <a:ea typeface="Arial"/>
                <a:cs typeface="Arial"/>
              </a:defRPr>
            </a:lvl2pPr>
            <a:lvl3pPr algn="r">
              <a:defRPr sz="900" b="0">
                <a:solidFill>
                  <a:srgbClr val="B2C4CF"/>
                </a:solidFill>
                <a:latin typeface="Arial"/>
                <a:ea typeface="Arial"/>
                <a:cs typeface="Arial"/>
              </a:defRPr>
            </a:lvl3pPr>
            <a:lvl4pPr algn="r">
              <a:defRPr sz="900" b="0">
                <a:solidFill>
                  <a:srgbClr val="B2C4CF"/>
                </a:solidFill>
                <a:latin typeface="Arial"/>
                <a:ea typeface="Arial"/>
                <a:cs typeface="Arial"/>
              </a:defRPr>
            </a:lvl4pPr>
            <a:lvl5pPr algn="r">
              <a:defRPr sz="900" b="0">
                <a:solidFill>
                  <a:srgbClr val="B2C4CF"/>
                </a:solidFill>
                <a:latin typeface="Arial"/>
                <a:ea typeface="Arial"/>
                <a:cs typeface="Arial"/>
              </a:defRPr>
            </a:lvl5pPr>
            <a:lvl6pPr algn="r">
              <a:defRPr sz="900" b="0">
                <a:solidFill>
                  <a:srgbClr val="B2C4CF"/>
                </a:solidFill>
                <a:latin typeface="Arial"/>
                <a:ea typeface="Arial"/>
                <a:cs typeface="Arial"/>
              </a:defRPr>
            </a:lvl6pPr>
            <a:lvl7pPr algn="r">
              <a:defRPr sz="900" b="0">
                <a:solidFill>
                  <a:srgbClr val="B2C4CF"/>
                </a:solidFill>
                <a:latin typeface="Arial"/>
                <a:ea typeface="Arial"/>
                <a:cs typeface="Arial"/>
              </a:defRPr>
            </a:lvl7pPr>
            <a:lvl8pPr algn="r">
              <a:defRPr sz="900" b="0">
                <a:solidFill>
                  <a:srgbClr val="B2C4CF"/>
                </a:solidFill>
                <a:latin typeface="Arial"/>
                <a:ea typeface="Arial"/>
                <a:cs typeface="Arial"/>
              </a:defRPr>
            </a:lvl8pPr>
            <a:lvl9pPr algn="r">
              <a:defRPr sz="900" b="0">
                <a:solidFill>
                  <a:srgbClr val="B2C4CF"/>
                </a:solidFill>
                <a:latin typeface="Arial"/>
                <a:ea typeface="Arial"/>
                <a:cs typeface="Arial"/>
              </a:defRPr>
            </a:lvl9pPr>
          </a:lstStyle>
          <a:p xmlns:a="http://schemas.openxmlformats.org/drawingml/2006/main">
            <a:pPr algn="r">
              <a:defRPr sz="900" b="0">
                <a:solidFill>
                  <a:srgbClr val="B2C4CF"/>
                </a:solidFill>
                <a:latin typeface="Arial"/>
                <a:ea typeface="Arial"/>
                <a:cs typeface="Arial"/>
              </a:defRPr>
            </a:pPr>
            <a:r>
              <a:rPr sz="900" b="0">
                <a:solidFill>
                  <a:srgbClr val="B2C4CF"/>
                </a:solidFill>
                <a:latin typeface="Arial"/>
                <a:ea typeface="Arial"/>
                <a:cs typeface="Arial"/>
              </a:rPr>
              <a:t>UTKRISHTA 2026  ·  CHALLENGE 2  ·  04 / 10</a:t>
            </a:r>
          </a:p>
        </p:txBody>
      </p:sp>
      <p:sp>
        <p:nvSpPr>
          <p:cNvPr id="5" name="">
            <a:extLst xmlns:a="http://schemas.openxmlformats.org/drawingml/2006/main">
              <a:ext uri="{FF2B5EF4-FFF2-40B4-BE49-F238E27FC236}">
                <a16:creationId xmlns:a16="http://schemas.microsoft.com/office/drawing/2014/main" id="{B213BDDA-F49A-4E3E-8BCA-6A3B861CE677}"/>
              </a:ext>
            </a:extLst>
          </p:cNvPr>
          <p:cNvSpPr>
            <a:spLocks xmlns:a="http://schemas.openxmlformats.org/drawingml/2006/main" noGrp="1"/>
          </p:cNvSpPr>
          <p:nvPr/>
        </p:nvSpPr>
        <p:spPr>
          <a:xfrm xmlns:a="http://schemas.openxmlformats.org/drawingml/2006/main">
            <a:off x="647700" y="1438275"/>
            <a:ext cx="1047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0">
                <a:solidFill>
                  <a:srgbClr val="B2C4CF"/>
                </a:solidFill>
                <a:latin typeface="Arial"/>
                <a:ea typeface="Arial"/>
                <a:cs typeface="Arial"/>
              </a:defRPr>
            </a:defPPr>
            <a:lvl1pPr algn="l">
              <a:defRPr sz="1650" b="0">
                <a:solidFill>
                  <a:srgbClr val="B2C4CF"/>
                </a:solidFill>
                <a:latin typeface="Arial"/>
                <a:ea typeface="Arial"/>
                <a:cs typeface="Arial"/>
              </a:defRPr>
            </a:lvl1pPr>
            <a:lvl2pPr algn="l">
              <a:defRPr sz="1650" b="0">
                <a:solidFill>
                  <a:srgbClr val="B2C4CF"/>
                </a:solidFill>
                <a:latin typeface="Arial"/>
                <a:ea typeface="Arial"/>
                <a:cs typeface="Arial"/>
              </a:defRPr>
            </a:lvl2pPr>
            <a:lvl3pPr algn="l">
              <a:defRPr sz="1650" b="0">
                <a:solidFill>
                  <a:srgbClr val="B2C4CF"/>
                </a:solidFill>
                <a:latin typeface="Arial"/>
                <a:ea typeface="Arial"/>
                <a:cs typeface="Arial"/>
              </a:defRPr>
            </a:lvl3pPr>
            <a:lvl4pPr algn="l">
              <a:defRPr sz="1650" b="0">
                <a:solidFill>
                  <a:srgbClr val="B2C4CF"/>
                </a:solidFill>
                <a:latin typeface="Arial"/>
                <a:ea typeface="Arial"/>
                <a:cs typeface="Arial"/>
              </a:defRPr>
            </a:lvl4pPr>
            <a:lvl5pPr algn="l">
              <a:defRPr sz="1650" b="0">
                <a:solidFill>
                  <a:srgbClr val="B2C4CF"/>
                </a:solidFill>
                <a:latin typeface="Arial"/>
                <a:ea typeface="Arial"/>
                <a:cs typeface="Arial"/>
              </a:defRPr>
            </a:lvl5pPr>
            <a:lvl6pPr algn="l">
              <a:defRPr sz="1650" b="0">
                <a:solidFill>
                  <a:srgbClr val="B2C4CF"/>
                </a:solidFill>
                <a:latin typeface="Arial"/>
                <a:ea typeface="Arial"/>
                <a:cs typeface="Arial"/>
              </a:defRPr>
            </a:lvl6pPr>
            <a:lvl7pPr algn="l">
              <a:defRPr sz="1650" b="0">
                <a:solidFill>
                  <a:srgbClr val="B2C4CF"/>
                </a:solidFill>
                <a:latin typeface="Arial"/>
                <a:ea typeface="Arial"/>
                <a:cs typeface="Arial"/>
              </a:defRPr>
            </a:lvl7pPr>
            <a:lvl8pPr algn="l">
              <a:defRPr sz="1650" b="0">
                <a:solidFill>
                  <a:srgbClr val="B2C4CF"/>
                </a:solidFill>
                <a:latin typeface="Arial"/>
                <a:ea typeface="Arial"/>
                <a:cs typeface="Arial"/>
              </a:defRPr>
            </a:lvl8pPr>
            <a:lvl9pPr algn="l">
              <a:defRPr sz="1650" b="0">
                <a:solidFill>
                  <a:srgbClr val="B2C4CF"/>
                </a:solidFill>
                <a:latin typeface="Arial"/>
                <a:ea typeface="Arial"/>
                <a:cs typeface="Arial"/>
              </a:defRPr>
            </a:lvl9pPr>
          </a:lstStyle>
          <a:p xmlns:a="http://schemas.openxmlformats.org/drawingml/2006/main">
            <a:pPr algn="l">
              <a:defRPr sz="1650" b="0">
                <a:solidFill>
                  <a:srgbClr val="B2C4CF"/>
                </a:solidFill>
                <a:latin typeface="Arial"/>
                <a:ea typeface="Arial"/>
                <a:cs typeface="Arial"/>
              </a:defRPr>
            </a:pPr>
            <a:r>
              <a:rPr sz="1650" b="0">
                <a:solidFill>
                  <a:srgbClr val="B2C4CF"/>
                </a:solidFill>
                <a:latin typeface="Arial"/>
                <a:ea typeface="Arial"/>
                <a:cs typeface="Arial"/>
              </a:rPr>
              <a:t>The viewer consumes saved files; inference and evaluation stay in the CLI.</a:t>
            </a:r>
          </a:p>
        </p:txBody>
      </p:sp>
      <p:sp>
        <p:nvSpPr>
          <p:cNvPr id="6" name="">
            <a:extLst xmlns:a="http://schemas.openxmlformats.org/drawingml/2006/main">
              <a:ext uri="{FF2B5EF4-FFF2-40B4-BE49-F238E27FC236}">
                <a16:creationId xmlns:a16="http://schemas.microsoft.com/office/drawing/2014/main" id="{C2B286B0-D9C6-4C14-A341-F470E93115D7}"/>
              </a:ext>
            </a:extLst>
          </p:cNvPr>
          <p:cNvSpPr>
            <a:spLocks xmlns:a="http://schemas.openxmlformats.org/drawingml/2006/main" noGrp="1"/>
          </p:cNvSpPr>
          <p:nvPr/>
        </p:nvSpPr>
        <p:spPr>
          <a:xfrm xmlns:a="http://schemas.openxmlformats.org/drawingml/2006/main">
            <a:off x="685800" y="2428875"/>
            <a:ext cx="1809750" cy="1562100"/>
          </a:xfrm>
          <a:prstGeom xmlns:a="http://schemas.openxmlformats.org/drawingml/2006/main" prst="roundRect">
            <a:avLst>
              <a:gd name="adj" fmla="val 4878"/>
            </a:avLst>
          </a:prstGeom>
          <a:solidFill xmlns:a="http://schemas.openxmlformats.org/drawingml/2006/main">
            <a:srgbClr val="102332"/>
          </a:solidFill>
          <a:ln xmlns:a="http://schemas.openxmlformats.org/drawingml/2006/main" w="9525">
            <a:solidFill>
              <a:srgbClr val="284455"/>
            </a:solidFill>
            <a:prstDash val="solid"/>
          </a:ln>
        </p:spPr>
      </p:sp>
      <p:sp>
        <p:nvSpPr>
          <p:cNvPr id="7" name="">
            <a:extLst xmlns:a="http://schemas.openxmlformats.org/drawingml/2006/main">
              <a:ext uri="{FF2B5EF4-FFF2-40B4-BE49-F238E27FC236}">
                <a16:creationId xmlns:a16="http://schemas.microsoft.com/office/drawing/2014/main" id="{CE5333B5-6FF8-44DE-921A-4EF8847778BD}"/>
              </a:ext>
            </a:extLst>
          </p:cNvPr>
          <p:cNvSpPr>
            <a:spLocks xmlns:a="http://schemas.openxmlformats.org/drawingml/2006/main" noGrp="1"/>
          </p:cNvSpPr>
          <p:nvPr/>
        </p:nvSpPr>
        <p:spPr>
          <a:xfrm xmlns:a="http://schemas.openxmlformats.org/drawingml/2006/main">
            <a:off x="685800" y="2428875"/>
            <a:ext cx="38100" cy="1562100"/>
          </a:xfrm>
          <a:prstGeom xmlns:a="http://schemas.openxmlformats.org/drawingml/2006/main" prst="rect">
            <a:avLst/>
          </a:prstGeom>
          <a:solidFill xmlns:a="http://schemas.openxmlformats.org/drawingml/2006/main">
            <a:srgbClr val="36D9D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2E06DFA4-8064-494E-9294-1E270AD1DAB8}"/>
              </a:ext>
            </a:extLst>
          </p:cNvPr>
          <p:cNvSpPr>
            <a:spLocks xmlns:a="http://schemas.openxmlformats.org/drawingml/2006/main" noGrp="1"/>
          </p:cNvSpPr>
          <p:nvPr/>
        </p:nvSpPr>
        <p:spPr>
          <a:xfrm xmlns:a="http://schemas.openxmlformats.org/drawingml/2006/main">
            <a:off x="838200" y="2676525"/>
            <a:ext cx="1504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875" b="1">
                <a:solidFill>
                  <a:srgbClr val="F2F7FA"/>
                </a:solidFill>
                <a:latin typeface="Arial"/>
                <a:ea typeface="Arial"/>
                <a:cs typeface="Arial"/>
              </a:defRPr>
            </a:defPPr>
            <a:lvl1pPr algn="ctr">
              <a:defRPr sz="1875" b="1">
                <a:solidFill>
                  <a:srgbClr val="F2F7FA"/>
                </a:solidFill>
                <a:latin typeface="Arial"/>
                <a:ea typeface="Arial"/>
                <a:cs typeface="Arial"/>
              </a:defRPr>
            </a:lvl1pPr>
            <a:lvl2pPr algn="ctr">
              <a:defRPr sz="1875" b="1">
                <a:solidFill>
                  <a:srgbClr val="F2F7FA"/>
                </a:solidFill>
                <a:latin typeface="Arial"/>
                <a:ea typeface="Arial"/>
                <a:cs typeface="Arial"/>
              </a:defRPr>
            </a:lvl2pPr>
            <a:lvl3pPr algn="ctr">
              <a:defRPr sz="1875" b="1">
                <a:solidFill>
                  <a:srgbClr val="F2F7FA"/>
                </a:solidFill>
                <a:latin typeface="Arial"/>
                <a:ea typeface="Arial"/>
                <a:cs typeface="Arial"/>
              </a:defRPr>
            </a:lvl3pPr>
            <a:lvl4pPr algn="ctr">
              <a:defRPr sz="1875" b="1">
                <a:solidFill>
                  <a:srgbClr val="F2F7FA"/>
                </a:solidFill>
                <a:latin typeface="Arial"/>
                <a:ea typeface="Arial"/>
                <a:cs typeface="Arial"/>
              </a:defRPr>
            </a:lvl4pPr>
            <a:lvl5pPr algn="ctr">
              <a:defRPr sz="1875" b="1">
                <a:solidFill>
                  <a:srgbClr val="F2F7FA"/>
                </a:solidFill>
                <a:latin typeface="Arial"/>
                <a:ea typeface="Arial"/>
                <a:cs typeface="Arial"/>
              </a:defRPr>
            </a:lvl5pPr>
            <a:lvl6pPr algn="ctr">
              <a:defRPr sz="1875" b="1">
                <a:solidFill>
                  <a:srgbClr val="F2F7FA"/>
                </a:solidFill>
                <a:latin typeface="Arial"/>
                <a:ea typeface="Arial"/>
                <a:cs typeface="Arial"/>
              </a:defRPr>
            </a:lvl6pPr>
            <a:lvl7pPr algn="ctr">
              <a:defRPr sz="1875" b="1">
                <a:solidFill>
                  <a:srgbClr val="F2F7FA"/>
                </a:solidFill>
                <a:latin typeface="Arial"/>
                <a:ea typeface="Arial"/>
                <a:cs typeface="Arial"/>
              </a:defRPr>
            </a:lvl7pPr>
            <a:lvl8pPr algn="ctr">
              <a:defRPr sz="1875" b="1">
                <a:solidFill>
                  <a:srgbClr val="F2F7FA"/>
                </a:solidFill>
                <a:latin typeface="Arial"/>
                <a:ea typeface="Arial"/>
                <a:cs typeface="Arial"/>
              </a:defRPr>
            </a:lvl8pPr>
            <a:lvl9pPr algn="ctr">
              <a:defRPr sz="1875" b="1">
                <a:solidFill>
                  <a:srgbClr val="F2F7FA"/>
                </a:solidFill>
                <a:latin typeface="Arial"/>
                <a:ea typeface="Arial"/>
                <a:cs typeface="Arial"/>
              </a:defRPr>
            </a:lvl9pPr>
          </a:lstStyle>
          <a:p xmlns:a="http://schemas.openxmlformats.org/drawingml/2006/main">
            <a:pPr algn="ctr">
              <a:defRPr sz="1875" b="1">
                <a:solidFill>
                  <a:srgbClr val="F2F7FA"/>
                </a:solidFill>
                <a:latin typeface="Arial"/>
                <a:ea typeface="Arial"/>
                <a:cs typeface="Arial"/>
              </a:defRPr>
            </a:pPr>
            <a:r>
              <a:rPr sz="1875" b="1">
                <a:solidFill>
                  <a:srgbClr val="F2F7FA"/>
                </a:solidFill>
                <a:latin typeface="Arial"/>
                <a:ea typeface="Arial"/>
                <a:cs typeface="Arial"/>
              </a:rPr>
              <a:t>Canonical</a:t>
            </a:r>
          </a:p>
          <a:p xmlns:a="http://schemas.openxmlformats.org/drawingml/2006/main">
            <a:pPr algn="ctr">
              <a:defRPr sz="1875" b="1">
                <a:solidFill>
                  <a:srgbClr val="F2F7FA"/>
                </a:solidFill>
                <a:latin typeface="Arial"/>
                <a:ea typeface="Arial"/>
                <a:cs typeface="Arial"/>
              </a:defRPr>
            </a:pPr>
            <a:r>
              <a:rPr sz="1875" b="1">
                <a:solidFill>
                  <a:srgbClr val="F2F7FA"/>
                </a:solidFill>
                <a:latin typeface="Arial"/>
                <a:ea typeface="Arial"/>
                <a:cs typeface="Arial"/>
              </a:rPr>
              <a:t>CSV</a:t>
            </a:r>
          </a:p>
        </p:txBody>
      </p:sp>
      <p:sp>
        <p:nvSpPr>
          <p:cNvPr id="9" name="">
            <a:extLst xmlns:a="http://schemas.openxmlformats.org/drawingml/2006/main">
              <a:ext uri="{FF2B5EF4-FFF2-40B4-BE49-F238E27FC236}">
                <a16:creationId xmlns:a16="http://schemas.microsoft.com/office/drawing/2014/main" id="{1E4706DF-3182-4D35-8199-F1157BEBBA41}"/>
              </a:ext>
            </a:extLst>
          </p:cNvPr>
          <p:cNvSpPr>
            <a:spLocks xmlns:a="http://schemas.openxmlformats.org/drawingml/2006/main" noGrp="1"/>
          </p:cNvSpPr>
          <p:nvPr/>
        </p:nvSpPr>
        <p:spPr>
          <a:xfrm xmlns:a="http://schemas.openxmlformats.org/drawingml/2006/main">
            <a:off x="819150" y="3476625"/>
            <a:ext cx="1543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125" b="0">
                <a:solidFill>
                  <a:srgbClr val="B2C4CF"/>
                </a:solidFill>
                <a:latin typeface="Arial"/>
                <a:ea typeface="Arial"/>
                <a:cs typeface="Arial"/>
              </a:defRPr>
            </a:defPPr>
            <a:lvl1pPr algn="ctr">
              <a:defRPr sz="1125" b="0">
                <a:solidFill>
                  <a:srgbClr val="B2C4CF"/>
                </a:solidFill>
                <a:latin typeface="Arial"/>
                <a:ea typeface="Arial"/>
                <a:cs typeface="Arial"/>
              </a:defRPr>
            </a:lvl1pPr>
            <a:lvl2pPr algn="ctr">
              <a:defRPr sz="1125" b="0">
                <a:solidFill>
                  <a:srgbClr val="B2C4CF"/>
                </a:solidFill>
                <a:latin typeface="Arial"/>
                <a:ea typeface="Arial"/>
                <a:cs typeface="Arial"/>
              </a:defRPr>
            </a:lvl2pPr>
            <a:lvl3pPr algn="ctr">
              <a:defRPr sz="1125" b="0">
                <a:solidFill>
                  <a:srgbClr val="B2C4CF"/>
                </a:solidFill>
                <a:latin typeface="Arial"/>
                <a:ea typeface="Arial"/>
                <a:cs typeface="Arial"/>
              </a:defRPr>
            </a:lvl3pPr>
            <a:lvl4pPr algn="ctr">
              <a:defRPr sz="1125" b="0">
                <a:solidFill>
                  <a:srgbClr val="B2C4CF"/>
                </a:solidFill>
                <a:latin typeface="Arial"/>
                <a:ea typeface="Arial"/>
                <a:cs typeface="Arial"/>
              </a:defRPr>
            </a:lvl4pPr>
            <a:lvl5pPr algn="ctr">
              <a:defRPr sz="1125" b="0">
                <a:solidFill>
                  <a:srgbClr val="B2C4CF"/>
                </a:solidFill>
                <a:latin typeface="Arial"/>
                <a:ea typeface="Arial"/>
                <a:cs typeface="Arial"/>
              </a:defRPr>
            </a:lvl5pPr>
            <a:lvl6pPr algn="ctr">
              <a:defRPr sz="1125" b="0">
                <a:solidFill>
                  <a:srgbClr val="B2C4CF"/>
                </a:solidFill>
                <a:latin typeface="Arial"/>
                <a:ea typeface="Arial"/>
                <a:cs typeface="Arial"/>
              </a:defRPr>
            </a:lvl6pPr>
            <a:lvl7pPr algn="ctr">
              <a:defRPr sz="1125" b="0">
                <a:solidFill>
                  <a:srgbClr val="B2C4CF"/>
                </a:solidFill>
                <a:latin typeface="Arial"/>
                <a:ea typeface="Arial"/>
                <a:cs typeface="Arial"/>
              </a:defRPr>
            </a:lvl7pPr>
            <a:lvl8pPr algn="ctr">
              <a:defRPr sz="1125" b="0">
                <a:solidFill>
                  <a:srgbClr val="B2C4CF"/>
                </a:solidFill>
                <a:latin typeface="Arial"/>
                <a:ea typeface="Arial"/>
                <a:cs typeface="Arial"/>
              </a:defRPr>
            </a:lvl8pPr>
            <a:lvl9pPr algn="ctr">
              <a:defRPr sz="1125" b="0">
                <a:solidFill>
                  <a:srgbClr val="B2C4CF"/>
                </a:solidFill>
                <a:latin typeface="Arial"/>
                <a:ea typeface="Arial"/>
                <a:cs typeface="Arial"/>
              </a:defRPr>
            </a:lvl9pPr>
          </a:lstStyle>
          <a:p xmlns:a="http://schemas.openxmlformats.org/drawingml/2006/main">
            <a:pPr algn="ctr">
              <a:defRPr sz="1125" b="0">
                <a:solidFill>
                  <a:srgbClr val="B2C4CF"/>
                </a:solidFill>
                <a:latin typeface="Arial"/>
                <a:ea typeface="Arial"/>
                <a:cs typeface="Arial"/>
              </a:defRPr>
            </a:pPr>
            <a:r>
              <a:rPr sz="1125" b="0">
                <a:solidFill>
                  <a:srgbClr val="B2C4CF"/>
                </a:solidFill>
                <a:latin typeface="Arial"/>
                <a:ea typeface="Arial"/>
                <a:cs typeface="Arial"/>
              </a:rPr>
              <a:t>series · time · value</a:t>
            </a:r>
          </a:p>
        </p:txBody>
      </p:sp>
      <p:sp>
        <p:nvSpPr>
          <p:cNvPr id="10" name="">
            <a:extLst xmlns:a="http://schemas.openxmlformats.org/drawingml/2006/main">
              <a:ext uri="{FF2B5EF4-FFF2-40B4-BE49-F238E27FC236}">
                <a16:creationId xmlns:a16="http://schemas.microsoft.com/office/drawing/2014/main" id="{10A77614-C637-4581-BDB2-5A9BB93A6B31}"/>
              </a:ext>
            </a:extLst>
          </p:cNvPr>
          <p:cNvSpPr>
            <a:spLocks xmlns:a="http://schemas.openxmlformats.org/drawingml/2006/main" noGrp="1"/>
          </p:cNvSpPr>
          <p:nvPr/>
        </p:nvSpPr>
        <p:spPr>
          <a:xfrm xmlns:a="http://schemas.openxmlformats.org/drawingml/2006/main">
            <a:off x="2524125" y="2981325"/>
            <a:ext cx="3238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875" b="1">
                <a:solidFill>
                  <a:srgbClr val="36D9D0"/>
                </a:solidFill>
                <a:latin typeface="Arial"/>
                <a:ea typeface="Arial"/>
                <a:cs typeface="Arial"/>
              </a:defRPr>
            </a:defPPr>
            <a:lvl1pPr algn="ctr">
              <a:defRPr sz="1875" b="1">
                <a:solidFill>
                  <a:srgbClr val="36D9D0"/>
                </a:solidFill>
                <a:latin typeface="Arial"/>
                <a:ea typeface="Arial"/>
                <a:cs typeface="Arial"/>
              </a:defRPr>
            </a:lvl1pPr>
            <a:lvl2pPr algn="ctr">
              <a:defRPr sz="1875" b="1">
                <a:solidFill>
                  <a:srgbClr val="36D9D0"/>
                </a:solidFill>
                <a:latin typeface="Arial"/>
                <a:ea typeface="Arial"/>
                <a:cs typeface="Arial"/>
              </a:defRPr>
            </a:lvl2pPr>
            <a:lvl3pPr algn="ctr">
              <a:defRPr sz="1875" b="1">
                <a:solidFill>
                  <a:srgbClr val="36D9D0"/>
                </a:solidFill>
                <a:latin typeface="Arial"/>
                <a:ea typeface="Arial"/>
                <a:cs typeface="Arial"/>
              </a:defRPr>
            </a:lvl3pPr>
            <a:lvl4pPr algn="ctr">
              <a:defRPr sz="1875" b="1">
                <a:solidFill>
                  <a:srgbClr val="36D9D0"/>
                </a:solidFill>
                <a:latin typeface="Arial"/>
                <a:ea typeface="Arial"/>
                <a:cs typeface="Arial"/>
              </a:defRPr>
            </a:lvl4pPr>
            <a:lvl5pPr algn="ctr">
              <a:defRPr sz="1875" b="1">
                <a:solidFill>
                  <a:srgbClr val="36D9D0"/>
                </a:solidFill>
                <a:latin typeface="Arial"/>
                <a:ea typeface="Arial"/>
                <a:cs typeface="Arial"/>
              </a:defRPr>
            </a:lvl5pPr>
            <a:lvl6pPr algn="ctr">
              <a:defRPr sz="1875" b="1">
                <a:solidFill>
                  <a:srgbClr val="36D9D0"/>
                </a:solidFill>
                <a:latin typeface="Arial"/>
                <a:ea typeface="Arial"/>
                <a:cs typeface="Arial"/>
              </a:defRPr>
            </a:lvl6pPr>
            <a:lvl7pPr algn="ctr">
              <a:defRPr sz="1875" b="1">
                <a:solidFill>
                  <a:srgbClr val="36D9D0"/>
                </a:solidFill>
                <a:latin typeface="Arial"/>
                <a:ea typeface="Arial"/>
                <a:cs typeface="Arial"/>
              </a:defRPr>
            </a:lvl7pPr>
            <a:lvl8pPr algn="ctr">
              <a:defRPr sz="1875" b="1">
                <a:solidFill>
                  <a:srgbClr val="36D9D0"/>
                </a:solidFill>
                <a:latin typeface="Arial"/>
                <a:ea typeface="Arial"/>
                <a:cs typeface="Arial"/>
              </a:defRPr>
            </a:lvl8pPr>
            <a:lvl9pPr algn="ctr">
              <a:defRPr sz="1875" b="1">
                <a:solidFill>
                  <a:srgbClr val="36D9D0"/>
                </a:solidFill>
                <a:latin typeface="Arial"/>
                <a:ea typeface="Arial"/>
                <a:cs typeface="Arial"/>
              </a:defRPr>
            </a:lvl9pPr>
          </a:lstStyle>
          <a:p xmlns:a="http://schemas.openxmlformats.org/drawingml/2006/main">
            <a:pPr algn="ctr">
              <a:defRPr sz="1875" b="1">
                <a:solidFill>
                  <a:srgbClr val="36D9D0"/>
                </a:solidFill>
                <a:latin typeface="Arial"/>
                <a:ea typeface="Arial"/>
                <a:cs typeface="Arial"/>
              </a:defRPr>
            </a:pPr>
            <a:r>
              <a:rPr sz="1875" b="1">
                <a:solidFill>
                  <a:srgbClr val="36D9D0"/>
                </a:solidFill>
                <a:latin typeface="Arial"/>
                <a:ea typeface="Arial"/>
                <a:cs typeface="Arial"/>
              </a:rPr>
              <a:t>→</a:t>
            </a:r>
          </a:p>
        </p:txBody>
      </p:sp>
      <p:sp>
        <p:nvSpPr>
          <p:cNvPr id="11" name="">
            <a:extLst xmlns:a="http://schemas.openxmlformats.org/drawingml/2006/main">
              <a:ext uri="{FF2B5EF4-FFF2-40B4-BE49-F238E27FC236}">
                <a16:creationId xmlns:a16="http://schemas.microsoft.com/office/drawing/2014/main" id="{8782A587-008C-41AF-8F50-9A17F220FDFC}"/>
              </a:ext>
            </a:extLst>
          </p:cNvPr>
          <p:cNvSpPr>
            <a:spLocks xmlns:a="http://schemas.openxmlformats.org/drawingml/2006/main" noGrp="1"/>
          </p:cNvSpPr>
          <p:nvPr/>
        </p:nvSpPr>
        <p:spPr>
          <a:xfrm xmlns:a="http://schemas.openxmlformats.org/drawingml/2006/main">
            <a:off x="2876550" y="2428875"/>
            <a:ext cx="1809750" cy="1562100"/>
          </a:xfrm>
          <a:prstGeom xmlns:a="http://schemas.openxmlformats.org/drawingml/2006/main" prst="roundRect">
            <a:avLst>
              <a:gd name="adj" fmla="val 4878"/>
            </a:avLst>
          </a:prstGeom>
          <a:solidFill xmlns:a="http://schemas.openxmlformats.org/drawingml/2006/main">
            <a:srgbClr val="102332"/>
          </a:solidFill>
          <a:ln xmlns:a="http://schemas.openxmlformats.org/drawingml/2006/main" w="9525">
            <a:solidFill>
              <a:srgbClr val="284455"/>
            </a:solidFill>
            <a:prstDash val="solid"/>
          </a:ln>
        </p:spPr>
      </p:sp>
      <p:sp>
        <p:nvSpPr>
          <p:cNvPr id="12" name="">
            <a:extLst xmlns:a="http://schemas.openxmlformats.org/drawingml/2006/main">
              <a:ext uri="{FF2B5EF4-FFF2-40B4-BE49-F238E27FC236}">
                <a16:creationId xmlns:a16="http://schemas.microsoft.com/office/drawing/2014/main" id="{B7639E36-7A46-46BB-83A3-EEEA76C3F548}"/>
              </a:ext>
            </a:extLst>
          </p:cNvPr>
          <p:cNvSpPr>
            <a:spLocks xmlns:a="http://schemas.openxmlformats.org/drawingml/2006/main" noGrp="1"/>
          </p:cNvSpPr>
          <p:nvPr/>
        </p:nvSpPr>
        <p:spPr>
          <a:xfrm xmlns:a="http://schemas.openxmlformats.org/drawingml/2006/main">
            <a:off x="2876550" y="2428875"/>
            <a:ext cx="38100" cy="1562100"/>
          </a:xfrm>
          <a:prstGeom xmlns:a="http://schemas.openxmlformats.org/drawingml/2006/main" prst="rect">
            <a:avLst/>
          </a:prstGeom>
          <a:solidFill xmlns:a="http://schemas.openxmlformats.org/drawingml/2006/main">
            <a:srgbClr val="36D9D0"/>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3F53F5C3-1871-4E07-985C-5DDEC68141C2}"/>
              </a:ext>
            </a:extLst>
          </p:cNvPr>
          <p:cNvSpPr>
            <a:spLocks xmlns:a="http://schemas.openxmlformats.org/drawingml/2006/main" noGrp="1"/>
          </p:cNvSpPr>
          <p:nvPr/>
        </p:nvSpPr>
        <p:spPr>
          <a:xfrm xmlns:a="http://schemas.openxmlformats.org/drawingml/2006/main">
            <a:off x="3028950" y="2676525"/>
            <a:ext cx="1504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875" b="1">
                <a:solidFill>
                  <a:srgbClr val="F2F7FA"/>
                </a:solidFill>
                <a:latin typeface="Arial"/>
                <a:ea typeface="Arial"/>
                <a:cs typeface="Arial"/>
              </a:defRPr>
            </a:defPPr>
            <a:lvl1pPr algn="ctr">
              <a:defRPr sz="1875" b="1">
                <a:solidFill>
                  <a:srgbClr val="F2F7FA"/>
                </a:solidFill>
                <a:latin typeface="Arial"/>
                <a:ea typeface="Arial"/>
                <a:cs typeface="Arial"/>
              </a:defRPr>
            </a:lvl1pPr>
            <a:lvl2pPr algn="ctr">
              <a:defRPr sz="1875" b="1">
                <a:solidFill>
                  <a:srgbClr val="F2F7FA"/>
                </a:solidFill>
                <a:latin typeface="Arial"/>
                <a:ea typeface="Arial"/>
                <a:cs typeface="Arial"/>
              </a:defRPr>
            </a:lvl2pPr>
            <a:lvl3pPr algn="ctr">
              <a:defRPr sz="1875" b="1">
                <a:solidFill>
                  <a:srgbClr val="F2F7FA"/>
                </a:solidFill>
                <a:latin typeface="Arial"/>
                <a:ea typeface="Arial"/>
                <a:cs typeface="Arial"/>
              </a:defRPr>
            </a:lvl3pPr>
            <a:lvl4pPr algn="ctr">
              <a:defRPr sz="1875" b="1">
                <a:solidFill>
                  <a:srgbClr val="F2F7FA"/>
                </a:solidFill>
                <a:latin typeface="Arial"/>
                <a:ea typeface="Arial"/>
                <a:cs typeface="Arial"/>
              </a:defRPr>
            </a:lvl4pPr>
            <a:lvl5pPr algn="ctr">
              <a:defRPr sz="1875" b="1">
                <a:solidFill>
                  <a:srgbClr val="F2F7FA"/>
                </a:solidFill>
                <a:latin typeface="Arial"/>
                <a:ea typeface="Arial"/>
                <a:cs typeface="Arial"/>
              </a:defRPr>
            </a:lvl5pPr>
            <a:lvl6pPr algn="ctr">
              <a:defRPr sz="1875" b="1">
                <a:solidFill>
                  <a:srgbClr val="F2F7FA"/>
                </a:solidFill>
                <a:latin typeface="Arial"/>
                <a:ea typeface="Arial"/>
                <a:cs typeface="Arial"/>
              </a:defRPr>
            </a:lvl6pPr>
            <a:lvl7pPr algn="ctr">
              <a:defRPr sz="1875" b="1">
                <a:solidFill>
                  <a:srgbClr val="F2F7FA"/>
                </a:solidFill>
                <a:latin typeface="Arial"/>
                <a:ea typeface="Arial"/>
                <a:cs typeface="Arial"/>
              </a:defRPr>
            </a:lvl7pPr>
            <a:lvl8pPr algn="ctr">
              <a:defRPr sz="1875" b="1">
                <a:solidFill>
                  <a:srgbClr val="F2F7FA"/>
                </a:solidFill>
                <a:latin typeface="Arial"/>
                <a:ea typeface="Arial"/>
                <a:cs typeface="Arial"/>
              </a:defRPr>
            </a:lvl8pPr>
            <a:lvl9pPr algn="ctr">
              <a:defRPr sz="1875" b="1">
                <a:solidFill>
                  <a:srgbClr val="F2F7FA"/>
                </a:solidFill>
                <a:latin typeface="Arial"/>
                <a:ea typeface="Arial"/>
                <a:cs typeface="Arial"/>
              </a:defRPr>
            </a:lvl9pPr>
          </a:lstStyle>
          <a:p xmlns:a="http://schemas.openxmlformats.org/drawingml/2006/main">
            <a:pPr algn="ctr">
              <a:defRPr sz="1875" b="1">
                <a:solidFill>
                  <a:srgbClr val="F2F7FA"/>
                </a:solidFill>
                <a:latin typeface="Arial"/>
                <a:ea typeface="Arial"/>
                <a:cs typeface="Arial"/>
              </a:defRPr>
            </a:pPr>
            <a:r>
              <a:rPr sz="1875" b="1">
                <a:solidFill>
                  <a:srgbClr val="F2F7FA"/>
                </a:solidFill>
                <a:latin typeface="Arial"/>
                <a:ea typeface="Arial"/>
                <a:cs typeface="Arial"/>
              </a:rPr>
              <a:t>Validate &amp;</a:t>
            </a:r>
          </a:p>
          <a:p xmlns:a="http://schemas.openxmlformats.org/drawingml/2006/main">
            <a:pPr algn="ctr">
              <a:defRPr sz="1875" b="1">
                <a:solidFill>
                  <a:srgbClr val="F2F7FA"/>
                </a:solidFill>
                <a:latin typeface="Arial"/>
                <a:ea typeface="Arial"/>
                <a:cs typeface="Arial"/>
              </a:defRPr>
            </a:pPr>
            <a:r>
              <a:rPr sz="1875" b="1">
                <a:solidFill>
                  <a:srgbClr val="F2F7FA"/>
                </a:solidFill>
                <a:latin typeface="Arial"/>
                <a:ea typeface="Arial"/>
                <a:cs typeface="Arial"/>
              </a:rPr>
              <a:t>route</a:t>
            </a:r>
          </a:p>
        </p:txBody>
      </p:sp>
      <p:sp>
        <p:nvSpPr>
          <p:cNvPr id="14" name="">
            <a:extLst xmlns:a="http://schemas.openxmlformats.org/drawingml/2006/main">
              <a:ext uri="{FF2B5EF4-FFF2-40B4-BE49-F238E27FC236}">
                <a16:creationId xmlns:a16="http://schemas.microsoft.com/office/drawing/2014/main" id="{99E5A468-B36B-4584-8606-859F0E8F2A4E}"/>
              </a:ext>
            </a:extLst>
          </p:cNvPr>
          <p:cNvSpPr>
            <a:spLocks xmlns:a="http://schemas.openxmlformats.org/drawingml/2006/main" noGrp="1"/>
          </p:cNvSpPr>
          <p:nvPr/>
        </p:nvSpPr>
        <p:spPr>
          <a:xfrm xmlns:a="http://schemas.openxmlformats.org/drawingml/2006/main">
            <a:off x="3009900" y="3476625"/>
            <a:ext cx="1543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125" b="0">
                <a:solidFill>
                  <a:srgbClr val="B2C4CF"/>
                </a:solidFill>
                <a:latin typeface="Arial"/>
                <a:ea typeface="Arial"/>
                <a:cs typeface="Arial"/>
              </a:defRPr>
            </a:defPPr>
            <a:lvl1pPr algn="ctr">
              <a:defRPr sz="1125" b="0">
                <a:solidFill>
                  <a:srgbClr val="B2C4CF"/>
                </a:solidFill>
                <a:latin typeface="Arial"/>
                <a:ea typeface="Arial"/>
                <a:cs typeface="Arial"/>
              </a:defRPr>
            </a:lvl1pPr>
            <a:lvl2pPr algn="ctr">
              <a:defRPr sz="1125" b="0">
                <a:solidFill>
                  <a:srgbClr val="B2C4CF"/>
                </a:solidFill>
                <a:latin typeface="Arial"/>
                <a:ea typeface="Arial"/>
                <a:cs typeface="Arial"/>
              </a:defRPr>
            </a:lvl2pPr>
            <a:lvl3pPr algn="ctr">
              <a:defRPr sz="1125" b="0">
                <a:solidFill>
                  <a:srgbClr val="B2C4CF"/>
                </a:solidFill>
                <a:latin typeface="Arial"/>
                <a:ea typeface="Arial"/>
                <a:cs typeface="Arial"/>
              </a:defRPr>
            </a:lvl3pPr>
            <a:lvl4pPr algn="ctr">
              <a:defRPr sz="1125" b="0">
                <a:solidFill>
                  <a:srgbClr val="B2C4CF"/>
                </a:solidFill>
                <a:latin typeface="Arial"/>
                <a:ea typeface="Arial"/>
                <a:cs typeface="Arial"/>
              </a:defRPr>
            </a:lvl4pPr>
            <a:lvl5pPr algn="ctr">
              <a:defRPr sz="1125" b="0">
                <a:solidFill>
                  <a:srgbClr val="B2C4CF"/>
                </a:solidFill>
                <a:latin typeface="Arial"/>
                <a:ea typeface="Arial"/>
                <a:cs typeface="Arial"/>
              </a:defRPr>
            </a:lvl5pPr>
            <a:lvl6pPr algn="ctr">
              <a:defRPr sz="1125" b="0">
                <a:solidFill>
                  <a:srgbClr val="B2C4CF"/>
                </a:solidFill>
                <a:latin typeface="Arial"/>
                <a:ea typeface="Arial"/>
                <a:cs typeface="Arial"/>
              </a:defRPr>
            </a:lvl6pPr>
            <a:lvl7pPr algn="ctr">
              <a:defRPr sz="1125" b="0">
                <a:solidFill>
                  <a:srgbClr val="B2C4CF"/>
                </a:solidFill>
                <a:latin typeface="Arial"/>
                <a:ea typeface="Arial"/>
                <a:cs typeface="Arial"/>
              </a:defRPr>
            </a:lvl7pPr>
            <a:lvl8pPr algn="ctr">
              <a:defRPr sz="1125" b="0">
                <a:solidFill>
                  <a:srgbClr val="B2C4CF"/>
                </a:solidFill>
                <a:latin typeface="Arial"/>
                <a:ea typeface="Arial"/>
                <a:cs typeface="Arial"/>
              </a:defRPr>
            </a:lvl8pPr>
            <a:lvl9pPr algn="ctr">
              <a:defRPr sz="1125" b="0">
                <a:solidFill>
                  <a:srgbClr val="B2C4CF"/>
                </a:solidFill>
                <a:latin typeface="Arial"/>
                <a:ea typeface="Arial"/>
                <a:cs typeface="Arial"/>
              </a:defRPr>
            </a:lvl9pPr>
          </a:lstStyle>
          <a:p xmlns:a="http://schemas.openxmlformats.org/drawingml/2006/main">
            <a:pPr algn="ctr">
              <a:defRPr sz="1125" b="0">
                <a:solidFill>
                  <a:srgbClr val="B2C4CF"/>
                </a:solidFill>
                <a:latin typeface="Arial"/>
                <a:ea typeface="Arial"/>
                <a:cs typeface="Arial"/>
              </a:defRPr>
            </a:pPr>
            <a:r>
              <a:rPr sz="1125" b="0">
                <a:solidFill>
                  <a:srgbClr val="B2C4CF"/>
                </a:solidFill>
                <a:latin typeface="Arial"/>
                <a:ea typeface="Arial"/>
                <a:cs typeface="Arial"/>
              </a:rPr>
              <a:t>finite · ordered · bounded</a:t>
            </a:r>
          </a:p>
        </p:txBody>
      </p:sp>
      <p:sp>
        <p:nvSpPr>
          <p:cNvPr id="15" name="">
            <a:extLst xmlns:a="http://schemas.openxmlformats.org/drawingml/2006/main">
              <a:ext uri="{FF2B5EF4-FFF2-40B4-BE49-F238E27FC236}">
                <a16:creationId xmlns:a16="http://schemas.microsoft.com/office/drawing/2014/main" id="{05F8DEB4-A8F5-4EEB-A607-92ED5682F7C2}"/>
              </a:ext>
            </a:extLst>
          </p:cNvPr>
          <p:cNvSpPr>
            <a:spLocks xmlns:a="http://schemas.openxmlformats.org/drawingml/2006/main" noGrp="1"/>
          </p:cNvSpPr>
          <p:nvPr/>
        </p:nvSpPr>
        <p:spPr>
          <a:xfrm xmlns:a="http://schemas.openxmlformats.org/drawingml/2006/main">
            <a:off x="4714875" y="2981325"/>
            <a:ext cx="3238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875" b="1">
                <a:solidFill>
                  <a:srgbClr val="36D9D0"/>
                </a:solidFill>
                <a:latin typeface="Arial"/>
                <a:ea typeface="Arial"/>
                <a:cs typeface="Arial"/>
              </a:defRPr>
            </a:defPPr>
            <a:lvl1pPr algn="ctr">
              <a:defRPr sz="1875" b="1">
                <a:solidFill>
                  <a:srgbClr val="36D9D0"/>
                </a:solidFill>
                <a:latin typeface="Arial"/>
                <a:ea typeface="Arial"/>
                <a:cs typeface="Arial"/>
              </a:defRPr>
            </a:lvl1pPr>
            <a:lvl2pPr algn="ctr">
              <a:defRPr sz="1875" b="1">
                <a:solidFill>
                  <a:srgbClr val="36D9D0"/>
                </a:solidFill>
                <a:latin typeface="Arial"/>
                <a:ea typeface="Arial"/>
                <a:cs typeface="Arial"/>
              </a:defRPr>
            </a:lvl2pPr>
            <a:lvl3pPr algn="ctr">
              <a:defRPr sz="1875" b="1">
                <a:solidFill>
                  <a:srgbClr val="36D9D0"/>
                </a:solidFill>
                <a:latin typeface="Arial"/>
                <a:ea typeface="Arial"/>
                <a:cs typeface="Arial"/>
              </a:defRPr>
            </a:lvl3pPr>
            <a:lvl4pPr algn="ctr">
              <a:defRPr sz="1875" b="1">
                <a:solidFill>
                  <a:srgbClr val="36D9D0"/>
                </a:solidFill>
                <a:latin typeface="Arial"/>
                <a:ea typeface="Arial"/>
                <a:cs typeface="Arial"/>
              </a:defRPr>
            </a:lvl4pPr>
            <a:lvl5pPr algn="ctr">
              <a:defRPr sz="1875" b="1">
                <a:solidFill>
                  <a:srgbClr val="36D9D0"/>
                </a:solidFill>
                <a:latin typeface="Arial"/>
                <a:ea typeface="Arial"/>
                <a:cs typeface="Arial"/>
              </a:defRPr>
            </a:lvl5pPr>
            <a:lvl6pPr algn="ctr">
              <a:defRPr sz="1875" b="1">
                <a:solidFill>
                  <a:srgbClr val="36D9D0"/>
                </a:solidFill>
                <a:latin typeface="Arial"/>
                <a:ea typeface="Arial"/>
                <a:cs typeface="Arial"/>
              </a:defRPr>
            </a:lvl6pPr>
            <a:lvl7pPr algn="ctr">
              <a:defRPr sz="1875" b="1">
                <a:solidFill>
                  <a:srgbClr val="36D9D0"/>
                </a:solidFill>
                <a:latin typeface="Arial"/>
                <a:ea typeface="Arial"/>
                <a:cs typeface="Arial"/>
              </a:defRPr>
            </a:lvl7pPr>
            <a:lvl8pPr algn="ctr">
              <a:defRPr sz="1875" b="1">
                <a:solidFill>
                  <a:srgbClr val="36D9D0"/>
                </a:solidFill>
                <a:latin typeface="Arial"/>
                <a:ea typeface="Arial"/>
                <a:cs typeface="Arial"/>
              </a:defRPr>
            </a:lvl8pPr>
            <a:lvl9pPr algn="ctr">
              <a:defRPr sz="1875" b="1">
                <a:solidFill>
                  <a:srgbClr val="36D9D0"/>
                </a:solidFill>
                <a:latin typeface="Arial"/>
                <a:ea typeface="Arial"/>
                <a:cs typeface="Arial"/>
              </a:defRPr>
            </a:lvl9pPr>
          </a:lstStyle>
          <a:p xmlns:a="http://schemas.openxmlformats.org/drawingml/2006/main">
            <a:pPr algn="ctr">
              <a:defRPr sz="1875" b="1">
                <a:solidFill>
                  <a:srgbClr val="36D9D0"/>
                </a:solidFill>
                <a:latin typeface="Arial"/>
                <a:ea typeface="Arial"/>
                <a:cs typeface="Arial"/>
              </a:defRPr>
            </a:pPr>
            <a:r>
              <a:rPr sz="1875" b="1">
                <a:solidFill>
                  <a:srgbClr val="36D9D0"/>
                </a:solidFill>
                <a:latin typeface="Arial"/>
                <a:ea typeface="Arial"/>
                <a:cs typeface="Arial"/>
              </a:rPr>
              <a:t>→</a:t>
            </a:r>
          </a:p>
        </p:txBody>
      </p:sp>
      <p:sp>
        <p:nvSpPr>
          <p:cNvPr id="16" name="">
            <a:extLst xmlns:a="http://schemas.openxmlformats.org/drawingml/2006/main">
              <a:ext uri="{FF2B5EF4-FFF2-40B4-BE49-F238E27FC236}">
                <a16:creationId xmlns:a16="http://schemas.microsoft.com/office/drawing/2014/main" id="{EE108761-BB4E-4CCD-8660-976028FAB12C}"/>
              </a:ext>
            </a:extLst>
          </p:cNvPr>
          <p:cNvSpPr>
            <a:spLocks xmlns:a="http://schemas.openxmlformats.org/drawingml/2006/main" noGrp="1"/>
          </p:cNvSpPr>
          <p:nvPr/>
        </p:nvSpPr>
        <p:spPr>
          <a:xfrm xmlns:a="http://schemas.openxmlformats.org/drawingml/2006/main">
            <a:off x="5067300" y="2428875"/>
            <a:ext cx="1809750" cy="1562100"/>
          </a:xfrm>
          <a:prstGeom xmlns:a="http://schemas.openxmlformats.org/drawingml/2006/main" prst="roundRect">
            <a:avLst>
              <a:gd name="adj" fmla="val 4878"/>
            </a:avLst>
          </a:prstGeom>
          <a:solidFill xmlns:a="http://schemas.openxmlformats.org/drawingml/2006/main">
            <a:srgbClr val="102332"/>
          </a:solidFill>
          <a:ln xmlns:a="http://schemas.openxmlformats.org/drawingml/2006/main" w="9525">
            <a:solidFill>
              <a:srgbClr val="284455"/>
            </a:solidFill>
            <a:prstDash val="solid"/>
          </a:ln>
        </p:spPr>
      </p:sp>
      <p:sp>
        <p:nvSpPr>
          <p:cNvPr id="17" name="">
            <a:extLst xmlns:a="http://schemas.openxmlformats.org/drawingml/2006/main">
              <a:ext uri="{FF2B5EF4-FFF2-40B4-BE49-F238E27FC236}">
                <a16:creationId xmlns:a16="http://schemas.microsoft.com/office/drawing/2014/main" id="{25B386A3-AE4E-4974-B4A6-440DD5216F74}"/>
              </a:ext>
            </a:extLst>
          </p:cNvPr>
          <p:cNvSpPr>
            <a:spLocks xmlns:a="http://schemas.openxmlformats.org/drawingml/2006/main" noGrp="1"/>
          </p:cNvSpPr>
          <p:nvPr/>
        </p:nvSpPr>
        <p:spPr>
          <a:xfrm xmlns:a="http://schemas.openxmlformats.org/drawingml/2006/main">
            <a:off x="5067300" y="2428875"/>
            <a:ext cx="38100" cy="1562100"/>
          </a:xfrm>
          <a:prstGeom xmlns:a="http://schemas.openxmlformats.org/drawingml/2006/main" prst="rect">
            <a:avLst/>
          </a:prstGeom>
          <a:solidFill xmlns:a="http://schemas.openxmlformats.org/drawingml/2006/main">
            <a:srgbClr val="F4B860"/>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9FDA07C3-469D-4999-B172-DF6266269AF1}"/>
              </a:ext>
            </a:extLst>
          </p:cNvPr>
          <p:cNvSpPr>
            <a:spLocks xmlns:a="http://schemas.openxmlformats.org/drawingml/2006/main" noGrp="1"/>
          </p:cNvSpPr>
          <p:nvPr/>
        </p:nvSpPr>
        <p:spPr>
          <a:xfrm xmlns:a="http://schemas.openxmlformats.org/drawingml/2006/main">
            <a:off x="5219700" y="2676525"/>
            <a:ext cx="1504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875" b="1">
                <a:solidFill>
                  <a:srgbClr val="F2F7FA"/>
                </a:solidFill>
                <a:latin typeface="Arial"/>
                <a:ea typeface="Arial"/>
                <a:cs typeface="Arial"/>
              </a:defRPr>
            </a:defPPr>
            <a:lvl1pPr algn="ctr">
              <a:defRPr sz="1875" b="1">
                <a:solidFill>
                  <a:srgbClr val="F2F7FA"/>
                </a:solidFill>
                <a:latin typeface="Arial"/>
                <a:ea typeface="Arial"/>
                <a:cs typeface="Arial"/>
              </a:defRPr>
            </a:lvl1pPr>
            <a:lvl2pPr algn="ctr">
              <a:defRPr sz="1875" b="1">
                <a:solidFill>
                  <a:srgbClr val="F2F7FA"/>
                </a:solidFill>
                <a:latin typeface="Arial"/>
                <a:ea typeface="Arial"/>
                <a:cs typeface="Arial"/>
              </a:defRPr>
            </a:lvl2pPr>
            <a:lvl3pPr algn="ctr">
              <a:defRPr sz="1875" b="1">
                <a:solidFill>
                  <a:srgbClr val="F2F7FA"/>
                </a:solidFill>
                <a:latin typeface="Arial"/>
                <a:ea typeface="Arial"/>
                <a:cs typeface="Arial"/>
              </a:defRPr>
            </a:lvl3pPr>
            <a:lvl4pPr algn="ctr">
              <a:defRPr sz="1875" b="1">
                <a:solidFill>
                  <a:srgbClr val="F2F7FA"/>
                </a:solidFill>
                <a:latin typeface="Arial"/>
                <a:ea typeface="Arial"/>
                <a:cs typeface="Arial"/>
              </a:defRPr>
            </a:lvl4pPr>
            <a:lvl5pPr algn="ctr">
              <a:defRPr sz="1875" b="1">
                <a:solidFill>
                  <a:srgbClr val="F2F7FA"/>
                </a:solidFill>
                <a:latin typeface="Arial"/>
                <a:ea typeface="Arial"/>
                <a:cs typeface="Arial"/>
              </a:defRPr>
            </a:lvl5pPr>
            <a:lvl6pPr algn="ctr">
              <a:defRPr sz="1875" b="1">
                <a:solidFill>
                  <a:srgbClr val="F2F7FA"/>
                </a:solidFill>
                <a:latin typeface="Arial"/>
                <a:ea typeface="Arial"/>
                <a:cs typeface="Arial"/>
              </a:defRPr>
            </a:lvl6pPr>
            <a:lvl7pPr algn="ctr">
              <a:defRPr sz="1875" b="1">
                <a:solidFill>
                  <a:srgbClr val="F2F7FA"/>
                </a:solidFill>
                <a:latin typeface="Arial"/>
                <a:ea typeface="Arial"/>
                <a:cs typeface="Arial"/>
              </a:defRPr>
            </a:lvl7pPr>
            <a:lvl8pPr algn="ctr">
              <a:defRPr sz="1875" b="1">
                <a:solidFill>
                  <a:srgbClr val="F2F7FA"/>
                </a:solidFill>
                <a:latin typeface="Arial"/>
                <a:ea typeface="Arial"/>
                <a:cs typeface="Arial"/>
              </a:defRPr>
            </a:lvl8pPr>
            <a:lvl9pPr algn="ctr">
              <a:defRPr sz="1875" b="1">
                <a:solidFill>
                  <a:srgbClr val="F2F7FA"/>
                </a:solidFill>
                <a:latin typeface="Arial"/>
                <a:ea typeface="Arial"/>
                <a:cs typeface="Arial"/>
              </a:defRPr>
            </a:lvl9pPr>
          </a:lstStyle>
          <a:p xmlns:a="http://schemas.openxmlformats.org/drawingml/2006/main">
            <a:pPr algn="ctr">
              <a:defRPr sz="1875" b="1">
                <a:solidFill>
                  <a:srgbClr val="F2F7FA"/>
                </a:solidFill>
                <a:latin typeface="Arial"/>
                <a:ea typeface="Arial"/>
                <a:cs typeface="Arial"/>
              </a:defRPr>
            </a:pPr>
            <a:r>
              <a:rPr sz="1875" b="1">
                <a:solidFill>
                  <a:srgbClr val="F2F7FA"/>
                </a:solidFill>
                <a:latin typeface="Arial"/>
                <a:ea typeface="Arial"/>
                <a:cs typeface="Arial"/>
              </a:rPr>
              <a:t>Rolling MAD</a:t>
            </a:r>
          </a:p>
          <a:p xmlns:a="http://schemas.openxmlformats.org/drawingml/2006/main">
            <a:pPr algn="ctr">
              <a:defRPr sz="1875" b="1">
                <a:solidFill>
                  <a:srgbClr val="F2F7FA"/>
                </a:solidFill>
                <a:latin typeface="Arial"/>
                <a:ea typeface="Arial"/>
                <a:cs typeface="Arial"/>
              </a:defRPr>
            </a:pPr>
            <a:r>
              <a:rPr sz="1875" b="1">
                <a:solidFill>
                  <a:srgbClr val="F2F7FA"/>
                </a:solidFill>
                <a:latin typeface="Arial"/>
                <a:ea typeface="Arial"/>
                <a:cs typeface="Arial"/>
              </a:rPr>
              <a:t>scorer</a:t>
            </a:r>
          </a:p>
        </p:txBody>
      </p:sp>
      <p:sp>
        <p:nvSpPr>
          <p:cNvPr id="19" name="">
            <a:extLst xmlns:a="http://schemas.openxmlformats.org/drawingml/2006/main">
              <a:ext uri="{FF2B5EF4-FFF2-40B4-BE49-F238E27FC236}">
                <a16:creationId xmlns:a16="http://schemas.microsoft.com/office/drawing/2014/main" id="{05B73506-11E2-4F7A-8192-4D483E5BA6A2}"/>
              </a:ext>
            </a:extLst>
          </p:cNvPr>
          <p:cNvSpPr>
            <a:spLocks xmlns:a="http://schemas.openxmlformats.org/drawingml/2006/main" noGrp="1"/>
          </p:cNvSpPr>
          <p:nvPr/>
        </p:nvSpPr>
        <p:spPr>
          <a:xfrm xmlns:a="http://schemas.openxmlformats.org/drawingml/2006/main">
            <a:off x="5200650" y="3476625"/>
            <a:ext cx="1543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125" b="0">
                <a:solidFill>
                  <a:srgbClr val="B2C4CF"/>
                </a:solidFill>
                <a:latin typeface="Arial"/>
                <a:ea typeface="Arial"/>
                <a:cs typeface="Arial"/>
              </a:defRPr>
            </a:defPPr>
            <a:lvl1pPr algn="ctr">
              <a:defRPr sz="1125" b="0">
                <a:solidFill>
                  <a:srgbClr val="B2C4CF"/>
                </a:solidFill>
                <a:latin typeface="Arial"/>
                <a:ea typeface="Arial"/>
                <a:cs typeface="Arial"/>
              </a:defRPr>
            </a:lvl1pPr>
            <a:lvl2pPr algn="ctr">
              <a:defRPr sz="1125" b="0">
                <a:solidFill>
                  <a:srgbClr val="B2C4CF"/>
                </a:solidFill>
                <a:latin typeface="Arial"/>
                <a:ea typeface="Arial"/>
                <a:cs typeface="Arial"/>
              </a:defRPr>
            </a:lvl2pPr>
            <a:lvl3pPr algn="ctr">
              <a:defRPr sz="1125" b="0">
                <a:solidFill>
                  <a:srgbClr val="B2C4CF"/>
                </a:solidFill>
                <a:latin typeface="Arial"/>
                <a:ea typeface="Arial"/>
                <a:cs typeface="Arial"/>
              </a:defRPr>
            </a:lvl3pPr>
            <a:lvl4pPr algn="ctr">
              <a:defRPr sz="1125" b="0">
                <a:solidFill>
                  <a:srgbClr val="B2C4CF"/>
                </a:solidFill>
                <a:latin typeface="Arial"/>
                <a:ea typeface="Arial"/>
                <a:cs typeface="Arial"/>
              </a:defRPr>
            </a:lvl4pPr>
            <a:lvl5pPr algn="ctr">
              <a:defRPr sz="1125" b="0">
                <a:solidFill>
                  <a:srgbClr val="B2C4CF"/>
                </a:solidFill>
                <a:latin typeface="Arial"/>
                <a:ea typeface="Arial"/>
                <a:cs typeface="Arial"/>
              </a:defRPr>
            </a:lvl5pPr>
            <a:lvl6pPr algn="ctr">
              <a:defRPr sz="1125" b="0">
                <a:solidFill>
                  <a:srgbClr val="B2C4CF"/>
                </a:solidFill>
                <a:latin typeface="Arial"/>
                <a:ea typeface="Arial"/>
                <a:cs typeface="Arial"/>
              </a:defRPr>
            </a:lvl6pPr>
            <a:lvl7pPr algn="ctr">
              <a:defRPr sz="1125" b="0">
                <a:solidFill>
                  <a:srgbClr val="B2C4CF"/>
                </a:solidFill>
                <a:latin typeface="Arial"/>
                <a:ea typeface="Arial"/>
                <a:cs typeface="Arial"/>
              </a:defRPr>
            </a:lvl7pPr>
            <a:lvl8pPr algn="ctr">
              <a:defRPr sz="1125" b="0">
                <a:solidFill>
                  <a:srgbClr val="B2C4CF"/>
                </a:solidFill>
                <a:latin typeface="Arial"/>
                <a:ea typeface="Arial"/>
                <a:cs typeface="Arial"/>
              </a:defRPr>
            </a:lvl8pPr>
            <a:lvl9pPr algn="ctr">
              <a:defRPr sz="1125" b="0">
                <a:solidFill>
                  <a:srgbClr val="B2C4CF"/>
                </a:solidFill>
                <a:latin typeface="Arial"/>
                <a:ea typeface="Arial"/>
                <a:cs typeface="Arial"/>
              </a:defRPr>
            </a:lvl9pPr>
          </a:lstStyle>
          <a:p xmlns:a="http://schemas.openxmlformats.org/drawingml/2006/main">
            <a:pPr algn="ctr">
              <a:defRPr sz="1125" b="0">
                <a:solidFill>
                  <a:srgbClr val="B2C4CF"/>
                </a:solidFill>
                <a:latin typeface="Arial"/>
                <a:ea typeface="Arial"/>
                <a:cs typeface="Arial"/>
              </a:defRPr>
            </a:pPr>
            <a:r>
              <a:rPr sz="1125" b="0">
                <a:solidFill>
                  <a:srgbClr val="B2C4CF"/>
                </a:solidFill>
                <a:latin typeface="Arial"/>
                <a:ea typeface="Arial"/>
                <a:cs typeface="Arial"/>
              </a:rPr>
              <a:t>score then update</a:t>
            </a:r>
          </a:p>
        </p:txBody>
      </p:sp>
      <p:sp>
        <p:nvSpPr>
          <p:cNvPr id="20" name="">
            <a:extLst xmlns:a="http://schemas.openxmlformats.org/drawingml/2006/main">
              <a:ext uri="{FF2B5EF4-FFF2-40B4-BE49-F238E27FC236}">
                <a16:creationId xmlns:a16="http://schemas.microsoft.com/office/drawing/2014/main" id="{61BF2975-13E1-41F6-B256-18DDF4F4603D}"/>
              </a:ext>
            </a:extLst>
          </p:cNvPr>
          <p:cNvSpPr>
            <a:spLocks xmlns:a="http://schemas.openxmlformats.org/drawingml/2006/main" noGrp="1"/>
          </p:cNvSpPr>
          <p:nvPr/>
        </p:nvSpPr>
        <p:spPr>
          <a:xfrm xmlns:a="http://schemas.openxmlformats.org/drawingml/2006/main">
            <a:off x="6905625" y="2981325"/>
            <a:ext cx="3238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875" b="1">
                <a:solidFill>
                  <a:srgbClr val="36D9D0"/>
                </a:solidFill>
                <a:latin typeface="Arial"/>
                <a:ea typeface="Arial"/>
                <a:cs typeface="Arial"/>
              </a:defRPr>
            </a:defPPr>
            <a:lvl1pPr algn="ctr">
              <a:defRPr sz="1875" b="1">
                <a:solidFill>
                  <a:srgbClr val="36D9D0"/>
                </a:solidFill>
                <a:latin typeface="Arial"/>
                <a:ea typeface="Arial"/>
                <a:cs typeface="Arial"/>
              </a:defRPr>
            </a:lvl1pPr>
            <a:lvl2pPr algn="ctr">
              <a:defRPr sz="1875" b="1">
                <a:solidFill>
                  <a:srgbClr val="36D9D0"/>
                </a:solidFill>
                <a:latin typeface="Arial"/>
                <a:ea typeface="Arial"/>
                <a:cs typeface="Arial"/>
              </a:defRPr>
            </a:lvl2pPr>
            <a:lvl3pPr algn="ctr">
              <a:defRPr sz="1875" b="1">
                <a:solidFill>
                  <a:srgbClr val="36D9D0"/>
                </a:solidFill>
                <a:latin typeface="Arial"/>
                <a:ea typeface="Arial"/>
                <a:cs typeface="Arial"/>
              </a:defRPr>
            </a:lvl3pPr>
            <a:lvl4pPr algn="ctr">
              <a:defRPr sz="1875" b="1">
                <a:solidFill>
                  <a:srgbClr val="36D9D0"/>
                </a:solidFill>
                <a:latin typeface="Arial"/>
                <a:ea typeface="Arial"/>
                <a:cs typeface="Arial"/>
              </a:defRPr>
            </a:lvl4pPr>
            <a:lvl5pPr algn="ctr">
              <a:defRPr sz="1875" b="1">
                <a:solidFill>
                  <a:srgbClr val="36D9D0"/>
                </a:solidFill>
                <a:latin typeface="Arial"/>
                <a:ea typeface="Arial"/>
                <a:cs typeface="Arial"/>
              </a:defRPr>
            </a:lvl5pPr>
            <a:lvl6pPr algn="ctr">
              <a:defRPr sz="1875" b="1">
                <a:solidFill>
                  <a:srgbClr val="36D9D0"/>
                </a:solidFill>
                <a:latin typeface="Arial"/>
                <a:ea typeface="Arial"/>
                <a:cs typeface="Arial"/>
              </a:defRPr>
            </a:lvl6pPr>
            <a:lvl7pPr algn="ctr">
              <a:defRPr sz="1875" b="1">
                <a:solidFill>
                  <a:srgbClr val="36D9D0"/>
                </a:solidFill>
                <a:latin typeface="Arial"/>
                <a:ea typeface="Arial"/>
                <a:cs typeface="Arial"/>
              </a:defRPr>
            </a:lvl7pPr>
            <a:lvl8pPr algn="ctr">
              <a:defRPr sz="1875" b="1">
                <a:solidFill>
                  <a:srgbClr val="36D9D0"/>
                </a:solidFill>
                <a:latin typeface="Arial"/>
                <a:ea typeface="Arial"/>
                <a:cs typeface="Arial"/>
              </a:defRPr>
            </a:lvl8pPr>
            <a:lvl9pPr algn="ctr">
              <a:defRPr sz="1875" b="1">
                <a:solidFill>
                  <a:srgbClr val="36D9D0"/>
                </a:solidFill>
                <a:latin typeface="Arial"/>
                <a:ea typeface="Arial"/>
                <a:cs typeface="Arial"/>
              </a:defRPr>
            </a:lvl9pPr>
          </a:lstStyle>
          <a:p xmlns:a="http://schemas.openxmlformats.org/drawingml/2006/main">
            <a:pPr algn="ctr">
              <a:defRPr sz="1875" b="1">
                <a:solidFill>
                  <a:srgbClr val="36D9D0"/>
                </a:solidFill>
                <a:latin typeface="Arial"/>
                <a:ea typeface="Arial"/>
                <a:cs typeface="Arial"/>
              </a:defRPr>
            </a:pPr>
            <a:r>
              <a:rPr sz="1875" b="1">
                <a:solidFill>
                  <a:srgbClr val="36D9D0"/>
                </a:solidFill>
                <a:latin typeface="Arial"/>
                <a:ea typeface="Arial"/>
                <a:cs typeface="Arial"/>
              </a:rPr>
              <a:t>→</a:t>
            </a:r>
          </a:p>
        </p:txBody>
      </p:sp>
      <p:sp>
        <p:nvSpPr>
          <p:cNvPr id="21" name="">
            <a:extLst xmlns:a="http://schemas.openxmlformats.org/drawingml/2006/main">
              <a:ext uri="{FF2B5EF4-FFF2-40B4-BE49-F238E27FC236}">
                <a16:creationId xmlns:a16="http://schemas.microsoft.com/office/drawing/2014/main" id="{025CB686-E413-405E-8E9E-0277F0F28B9B}"/>
              </a:ext>
            </a:extLst>
          </p:cNvPr>
          <p:cNvSpPr>
            <a:spLocks xmlns:a="http://schemas.openxmlformats.org/drawingml/2006/main" noGrp="1"/>
          </p:cNvSpPr>
          <p:nvPr/>
        </p:nvSpPr>
        <p:spPr>
          <a:xfrm xmlns:a="http://schemas.openxmlformats.org/drawingml/2006/main">
            <a:off x="7258050" y="2428875"/>
            <a:ext cx="1809750" cy="1562100"/>
          </a:xfrm>
          <a:prstGeom xmlns:a="http://schemas.openxmlformats.org/drawingml/2006/main" prst="roundRect">
            <a:avLst>
              <a:gd name="adj" fmla="val 4878"/>
            </a:avLst>
          </a:prstGeom>
          <a:solidFill xmlns:a="http://schemas.openxmlformats.org/drawingml/2006/main">
            <a:srgbClr val="102332"/>
          </a:solidFill>
          <a:ln xmlns:a="http://schemas.openxmlformats.org/drawingml/2006/main" w="9525">
            <a:solidFill>
              <a:srgbClr val="284455"/>
            </a:solidFill>
            <a:prstDash val="solid"/>
          </a:ln>
        </p:spPr>
      </p:sp>
      <p:sp>
        <p:nvSpPr>
          <p:cNvPr id="22" name="">
            <a:extLst xmlns:a="http://schemas.openxmlformats.org/drawingml/2006/main">
              <a:ext uri="{FF2B5EF4-FFF2-40B4-BE49-F238E27FC236}">
                <a16:creationId xmlns:a16="http://schemas.microsoft.com/office/drawing/2014/main" id="{2F627462-A519-4494-92FE-ACC56E04ADA4}"/>
              </a:ext>
            </a:extLst>
          </p:cNvPr>
          <p:cNvSpPr>
            <a:spLocks xmlns:a="http://schemas.openxmlformats.org/drawingml/2006/main" noGrp="1"/>
          </p:cNvSpPr>
          <p:nvPr/>
        </p:nvSpPr>
        <p:spPr>
          <a:xfrm xmlns:a="http://schemas.openxmlformats.org/drawingml/2006/main">
            <a:off x="7258050" y="2428875"/>
            <a:ext cx="38100" cy="1562100"/>
          </a:xfrm>
          <a:prstGeom xmlns:a="http://schemas.openxmlformats.org/drawingml/2006/main" prst="rect">
            <a:avLst/>
          </a:prstGeom>
          <a:solidFill xmlns:a="http://schemas.openxmlformats.org/drawingml/2006/main">
            <a:srgbClr val="36D9D0"/>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FE399DF6-B027-455C-93CE-4B2872B39EAE}"/>
              </a:ext>
            </a:extLst>
          </p:cNvPr>
          <p:cNvSpPr>
            <a:spLocks xmlns:a="http://schemas.openxmlformats.org/drawingml/2006/main" noGrp="1"/>
          </p:cNvSpPr>
          <p:nvPr/>
        </p:nvSpPr>
        <p:spPr>
          <a:xfrm xmlns:a="http://schemas.openxmlformats.org/drawingml/2006/main">
            <a:off x="7410450" y="2676525"/>
            <a:ext cx="1504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875" b="1">
                <a:solidFill>
                  <a:srgbClr val="F2F7FA"/>
                </a:solidFill>
                <a:latin typeface="Arial"/>
                <a:ea typeface="Arial"/>
                <a:cs typeface="Arial"/>
              </a:defRPr>
            </a:defPPr>
            <a:lvl1pPr algn="ctr">
              <a:defRPr sz="1875" b="1">
                <a:solidFill>
                  <a:srgbClr val="F2F7FA"/>
                </a:solidFill>
                <a:latin typeface="Arial"/>
                <a:ea typeface="Arial"/>
                <a:cs typeface="Arial"/>
              </a:defRPr>
            </a:lvl1pPr>
            <a:lvl2pPr algn="ctr">
              <a:defRPr sz="1875" b="1">
                <a:solidFill>
                  <a:srgbClr val="F2F7FA"/>
                </a:solidFill>
                <a:latin typeface="Arial"/>
                <a:ea typeface="Arial"/>
                <a:cs typeface="Arial"/>
              </a:defRPr>
            </a:lvl2pPr>
            <a:lvl3pPr algn="ctr">
              <a:defRPr sz="1875" b="1">
                <a:solidFill>
                  <a:srgbClr val="F2F7FA"/>
                </a:solidFill>
                <a:latin typeface="Arial"/>
                <a:ea typeface="Arial"/>
                <a:cs typeface="Arial"/>
              </a:defRPr>
            </a:lvl3pPr>
            <a:lvl4pPr algn="ctr">
              <a:defRPr sz="1875" b="1">
                <a:solidFill>
                  <a:srgbClr val="F2F7FA"/>
                </a:solidFill>
                <a:latin typeface="Arial"/>
                <a:ea typeface="Arial"/>
                <a:cs typeface="Arial"/>
              </a:defRPr>
            </a:lvl4pPr>
            <a:lvl5pPr algn="ctr">
              <a:defRPr sz="1875" b="1">
                <a:solidFill>
                  <a:srgbClr val="F2F7FA"/>
                </a:solidFill>
                <a:latin typeface="Arial"/>
                <a:ea typeface="Arial"/>
                <a:cs typeface="Arial"/>
              </a:defRPr>
            </a:lvl5pPr>
            <a:lvl6pPr algn="ctr">
              <a:defRPr sz="1875" b="1">
                <a:solidFill>
                  <a:srgbClr val="F2F7FA"/>
                </a:solidFill>
                <a:latin typeface="Arial"/>
                <a:ea typeface="Arial"/>
                <a:cs typeface="Arial"/>
              </a:defRPr>
            </a:lvl6pPr>
            <a:lvl7pPr algn="ctr">
              <a:defRPr sz="1875" b="1">
                <a:solidFill>
                  <a:srgbClr val="F2F7FA"/>
                </a:solidFill>
                <a:latin typeface="Arial"/>
                <a:ea typeface="Arial"/>
                <a:cs typeface="Arial"/>
              </a:defRPr>
            </a:lvl7pPr>
            <a:lvl8pPr algn="ctr">
              <a:defRPr sz="1875" b="1">
                <a:solidFill>
                  <a:srgbClr val="F2F7FA"/>
                </a:solidFill>
                <a:latin typeface="Arial"/>
                <a:ea typeface="Arial"/>
                <a:cs typeface="Arial"/>
              </a:defRPr>
            </a:lvl8pPr>
            <a:lvl9pPr algn="ctr">
              <a:defRPr sz="1875" b="1">
                <a:solidFill>
                  <a:srgbClr val="F2F7FA"/>
                </a:solidFill>
                <a:latin typeface="Arial"/>
                <a:ea typeface="Arial"/>
                <a:cs typeface="Arial"/>
              </a:defRPr>
            </a:lvl9pPr>
          </a:lstStyle>
          <a:p xmlns:a="http://schemas.openxmlformats.org/drawingml/2006/main">
            <a:pPr algn="ctr">
              <a:defRPr sz="1875" b="1">
                <a:solidFill>
                  <a:srgbClr val="F2F7FA"/>
                </a:solidFill>
                <a:latin typeface="Arial"/>
                <a:ea typeface="Arial"/>
                <a:cs typeface="Arial"/>
              </a:defRPr>
            </a:pPr>
            <a:r>
              <a:rPr sz="1875" b="1">
                <a:solidFill>
                  <a:srgbClr val="F2F7FA"/>
                </a:solidFill>
                <a:latin typeface="Arial"/>
                <a:ea typeface="Arial"/>
                <a:cs typeface="Arial"/>
              </a:rPr>
              <a:t>Run artifacts</a:t>
            </a:r>
          </a:p>
        </p:txBody>
      </p:sp>
      <p:sp>
        <p:nvSpPr>
          <p:cNvPr id="24" name="">
            <a:extLst xmlns:a="http://schemas.openxmlformats.org/drawingml/2006/main">
              <a:ext uri="{FF2B5EF4-FFF2-40B4-BE49-F238E27FC236}">
                <a16:creationId xmlns:a16="http://schemas.microsoft.com/office/drawing/2014/main" id="{59098578-E6B1-448A-B3A1-FEDB849FF87D}"/>
              </a:ext>
            </a:extLst>
          </p:cNvPr>
          <p:cNvSpPr>
            <a:spLocks xmlns:a="http://schemas.openxmlformats.org/drawingml/2006/main" noGrp="1"/>
          </p:cNvSpPr>
          <p:nvPr/>
        </p:nvSpPr>
        <p:spPr>
          <a:xfrm xmlns:a="http://schemas.openxmlformats.org/drawingml/2006/main">
            <a:off x="7391400" y="3476625"/>
            <a:ext cx="1543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125" b="0">
                <a:solidFill>
                  <a:srgbClr val="B2C4CF"/>
                </a:solidFill>
                <a:latin typeface="Arial"/>
                <a:ea typeface="Arial"/>
                <a:cs typeface="Arial"/>
              </a:defRPr>
            </a:defPPr>
            <a:lvl1pPr algn="ctr">
              <a:defRPr sz="1125" b="0">
                <a:solidFill>
                  <a:srgbClr val="B2C4CF"/>
                </a:solidFill>
                <a:latin typeface="Arial"/>
                <a:ea typeface="Arial"/>
                <a:cs typeface="Arial"/>
              </a:defRPr>
            </a:lvl1pPr>
            <a:lvl2pPr algn="ctr">
              <a:defRPr sz="1125" b="0">
                <a:solidFill>
                  <a:srgbClr val="B2C4CF"/>
                </a:solidFill>
                <a:latin typeface="Arial"/>
                <a:ea typeface="Arial"/>
                <a:cs typeface="Arial"/>
              </a:defRPr>
            </a:lvl2pPr>
            <a:lvl3pPr algn="ctr">
              <a:defRPr sz="1125" b="0">
                <a:solidFill>
                  <a:srgbClr val="B2C4CF"/>
                </a:solidFill>
                <a:latin typeface="Arial"/>
                <a:ea typeface="Arial"/>
                <a:cs typeface="Arial"/>
              </a:defRPr>
            </a:lvl3pPr>
            <a:lvl4pPr algn="ctr">
              <a:defRPr sz="1125" b="0">
                <a:solidFill>
                  <a:srgbClr val="B2C4CF"/>
                </a:solidFill>
                <a:latin typeface="Arial"/>
                <a:ea typeface="Arial"/>
                <a:cs typeface="Arial"/>
              </a:defRPr>
            </a:lvl4pPr>
            <a:lvl5pPr algn="ctr">
              <a:defRPr sz="1125" b="0">
                <a:solidFill>
                  <a:srgbClr val="B2C4CF"/>
                </a:solidFill>
                <a:latin typeface="Arial"/>
                <a:ea typeface="Arial"/>
                <a:cs typeface="Arial"/>
              </a:defRPr>
            </a:lvl5pPr>
            <a:lvl6pPr algn="ctr">
              <a:defRPr sz="1125" b="0">
                <a:solidFill>
                  <a:srgbClr val="B2C4CF"/>
                </a:solidFill>
                <a:latin typeface="Arial"/>
                <a:ea typeface="Arial"/>
                <a:cs typeface="Arial"/>
              </a:defRPr>
            </a:lvl6pPr>
            <a:lvl7pPr algn="ctr">
              <a:defRPr sz="1125" b="0">
                <a:solidFill>
                  <a:srgbClr val="B2C4CF"/>
                </a:solidFill>
                <a:latin typeface="Arial"/>
                <a:ea typeface="Arial"/>
                <a:cs typeface="Arial"/>
              </a:defRPr>
            </a:lvl7pPr>
            <a:lvl8pPr algn="ctr">
              <a:defRPr sz="1125" b="0">
                <a:solidFill>
                  <a:srgbClr val="B2C4CF"/>
                </a:solidFill>
                <a:latin typeface="Arial"/>
                <a:ea typeface="Arial"/>
                <a:cs typeface="Arial"/>
              </a:defRPr>
            </a:lvl8pPr>
            <a:lvl9pPr algn="ctr">
              <a:defRPr sz="1125" b="0">
                <a:solidFill>
                  <a:srgbClr val="B2C4CF"/>
                </a:solidFill>
                <a:latin typeface="Arial"/>
                <a:ea typeface="Arial"/>
                <a:cs typeface="Arial"/>
              </a:defRPr>
            </a:lvl9pPr>
          </a:lstStyle>
          <a:p xmlns:a="http://schemas.openxmlformats.org/drawingml/2006/main">
            <a:pPr algn="ctr">
              <a:defRPr sz="1125" b="0">
                <a:solidFill>
                  <a:srgbClr val="B2C4CF"/>
                </a:solidFill>
                <a:latin typeface="Arial"/>
                <a:ea typeface="Arial"/>
                <a:cs typeface="Arial"/>
              </a:defRPr>
            </a:pPr>
            <a:r>
              <a:rPr sz="1125" b="0">
                <a:solidFill>
                  <a:srgbClr val="B2C4CF"/>
                </a:solidFill>
                <a:latin typeface="Arial"/>
                <a:ea typeface="Arial"/>
                <a:cs typeface="Arial"/>
              </a:rPr>
              <a:t>JSONL + manifest + hashes</a:t>
            </a:r>
          </a:p>
        </p:txBody>
      </p:sp>
      <p:sp>
        <p:nvSpPr>
          <p:cNvPr id="25" name="">
            <a:extLst xmlns:a="http://schemas.openxmlformats.org/drawingml/2006/main">
              <a:ext uri="{FF2B5EF4-FFF2-40B4-BE49-F238E27FC236}">
                <a16:creationId xmlns:a16="http://schemas.microsoft.com/office/drawing/2014/main" id="{9EA0F38B-0197-4D72-B389-FF362DEF795D}"/>
              </a:ext>
            </a:extLst>
          </p:cNvPr>
          <p:cNvSpPr>
            <a:spLocks xmlns:a="http://schemas.openxmlformats.org/drawingml/2006/main" noGrp="1"/>
          </p:cNvSpPr>
          <p:nvPr/>
        </p:nvSpPr>
        <p:spPr>
          <a:xfrm xmlns:a="http://schemas.openxmlformats.org/drawingml/2006/main">
            <a:off x="9096375" y="2981325"/>
            <a:ext cx="3238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875" b="1">
                <a:solidFill>
                  <a:srgbClr val="36D9D0"/>
                </a:solidFill>
                <a:latin typeface="Arial"/>
                <a:ea typeface="Arial"/>
                <a:cs typeface="Arial"/>
              </a:defRPr>
            </a:defPPr>
            <a:lvl1pPr algn="ctr">
              <a:defRPr sz="1875" b="1">
                <a:solidFill>
                  <a:srgbClr val="36D9D0"/>
                </a:solidFill>
                <a:latin typeface="Arial"/>
                <a:ea typeface="Arial"/>
                <a:cs typeface="Arial"/>
              </a:defRPr>
            </a:lvl1pPr>
            <a:lvl2pPr algn="ctr">
              <a:defRPr sz="1875" b="1">
                <a:solidFill>
                  <a:srgbClr val="36D9D0"/>
                </a:solidFill>
                <a:latin typeface="Arial"/>
                <a:ea typeface="Arial"/>
                <a:cs typeface="Arial"/>
              </a:defRPr>
            </a:lvl2pPr>
            <a:lvl3pPr algn="ctr">
              <a:defRPr sz="1875" b="1">
                <a:solidFill>
                  <a:srgbClr val="36D9D0"/>
                </a:solidFill>
                <a:latin typeface="Arial"/>
                <a:ea typeface="Arial"/>
                <a:cs typeface="Arial"/>
              </a:defRPr>
            </a:lvl3pPr>
            <a:lvl4pPr algn="ctr">
              <a:defRPr sz="1875" b="1">
                <a:solidFill>
                  <a:srgbClr val="36D9D0"/>
                </a:solidFill>
                <a:latin typeface="Arial"/>
                <a:ea typeface="Arial"/>
                <a:cs typeface="Arial"/>
              </a:defRPr>
            </a:lvl4pPr>
            <a:lvl5pPr algn="ctr">
              <a:defRPr sz="1875" b="1">
                <a:solidFill>
                  <a:srgbClr val="36D9D0"/>
                </a:solidFill>
                <a:latin typeface="Arial"/>
                <a:ea typeface="Arial"/>
                <a:cs typeface="Arial"/>
              </a:defRPr>
            </a:lvl5pPr>
            <a:lvl6pPr algn="ctr">
              <a:defRPr sz="1875" b="1">
                <a:solidFill>
                  <a:srgbClr val="36D9D0"/>
                </a:solidFill>
                <a:latin typeface="Arial"/>
                <a:ea typeface="Arial"/>
                <a:cs typeface="Arial"/>
              </a:defRPr>
            </a:lvl6pPr>
            <a:lvl7pPr algn="ctr">
              <a:defRPr sz="1875" b="1">
                <a:solidFill>
                  <a:srgbClr val="36D9D0"/>
                </a:solidFill>
                <a:latin typeface="Arial"/>
                <a:ea typeface="Arial"/>
                <a:cs typeface="Arial"/>
              </a:defRPr>
            </a:lvl7pPr>
            <a:lvl8pPr algn="ctr">
              <a:defRPr sz="1875" b="1">
                <a:solidFill>
                  <a:srgbClr val="36D9D0"/>
                </a:solidFill>
                <a:latin typeface="Arial"/>
                <a:ea typeface="Arial"/>
                <a:cs typeface="Arial"/>
              </a:defRPr>
            </a:lvl8pPr>
            <a:lvl9pPr algn="ctr">
              <a:defRPr sz="1875" b="1">
                <a:solidFill>
                  <a:srgbClr val="36D9D0"/>
                </a:solidFill>
                <a:latin typeface="Arial"/>
                <a:ea typeface="Arial"/>
                <a:cs typeface="Arial"/>
              </a:defRPr>
            </a:lvl9pPr>
          </a:lstStyle>
          <a:p xmlns:a="http://schemas.openxmlformats.org/drawingml/2006/main">
            <a:pPr algn="ctr">
              <a:defRPr sz="1875" b="1">
                <a:solidFill>
                  <a:srgbClr val="36D9D0"/>
                </a:solidFill>
                <a:latin typeface="Arial"/>
                <a:ea typeface="Arial"/>
                <a:cs typeface="Arial"/>
              </a:defRPr>
            </a:pPr>
            <a:r>
              <a:rPr sz="1875" b="1">
                <a:solidFill>
                  <a:srgbClr val="36D9D0"/>
                </a:solidFill>
                <a:latin typeface="Arial"/>
                <a:ea typeface="Arial"/>
                <a:cs typeface="Arial"/>
              </a:rPr>
              <a:t>→</a:t>
            </a:r>
          </a:p>
        </p:txBody>
      </p:sp>
      <p:sp>
        <p:nvSpPr>
          <p:cNvPr id="26" name="">
            <a:extLst xmlns:a="http://schemas.openxmlformats.org/drawingml/2006/main">
              <a:ext uri="{FF2B5EF4-FFF2-40B4-BE49-F238E27FC236}">
                <a16:creationId xmlns:a16="http://schemas.microsoft.com/office/drawing/2014/main" id="{680C417F-1D47-46AD-BEB5-364A48425299}"/>
              </a:ext>
            </a:extLst>
          </p:cNvPr>
          <p:cNvSpPr>
            <a:spLocks xmlns:a="http://schemas.openxmlformats.org/drawingml/2006/main" noGrp="1"/>
          </p:cNvSpPr>
          <p:nvPr/>
        </p:nvSpPr>
        <p:spPr>
          <a:xfrm xmlns:a="http://schemas.openxmlformats.org/drawingml/2006/main">
            <a:off x="9448800" y="2428875"/>
            <a:ext cx="1809750" cy="1562100"/>
          </a:xfrm>
          <a:prstGeom xmlns:a="http://schemas.openxmlformats.org/drawingml/2006/main" prst="roundRect">
            <a:avLst>
              <a:gd name="adj" fmla="val 4878"/>
            </a:avLst>
          </a:prstGeom>
          <a:solidFill xmlns:a="http://schemas.openxmlformats.org/drawingml/2006/main">
            <a:srgbClr val="102332"/>
          </a:solidFill>
          <a:ln xmlns:a="http://schemas.openxmlformats.org/drawingml/2006/main" w="9525">
            <a:solidFill>
              <a:srgbClr val="284455"/>
            </a:solidFill>
            <a:prstDash val="solid"/>
          </a:ln>
        </p:spPr>
      </p:sp>
      <p:sp>
        <p:nvSpPr>
          <p:cNvPr id="27" name="">
            <a:extLst xmlns:a="http://schemas.openxmlformats.org/drawingml/2006/main">
              <a:ext uri="{FF2B5EF4-FFF2-40B4-BE49-F238E27FC236}">
                <a16:creationId xmlns:a16="http://schemas.microsoft.com/office/drawing/2014/main" id="{6A88B89C-EDF0-4067-AF3D-DAB199D8665E}"/>
              </a:ext>
            </a:extLst>
          </p:cNvPr>
          <p:cNvSpPr>
            <a:spLocks xmlns:a="http://schemas.openxmlformats.org/drawingml/2006/main" noGrp="1"/>
          </p:cNvSpPr>
          <p:nvPr/>
        </p:nvSpPr>
        <p:spPr>
          <a:xfrm xmlns:a="http://schemas.openxmlformats.org/drawingml/2006/main">
            <a:off x="9448800" y="2428875"/>
            <a:ext cx="38100" cy="1562100"/>
          </a:xfrm>
          <a:prstGeom xmlns:a="http://schemas.openxmlformats.org/drawingml/2006/main" prst="rect">
            <a:avLst/>
          </a:prstGeom>
          <a:solidFill xmlns:a="http://schemas.openxmlformats.org/drawingml/2006/main">
            <a:srgbClr val="A99AFF"/>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49198ED3-8899-40F4-83CD-CB720A4FEF89}"/>
              </a:ext>
            </a:extLst>
          </p:cNvPr>
          <p:cNvSpPr>
            <a:spLocks xmlns:a="http://schemas.openxmlformats.org/drawingml/2006/main" noGrp="1"/>
          </p:cNvSpPr>
          <p:nvPr/>
        </p:nvSpPr>
        <p:spPr>
          <a:xfrm xmlns:a="http://schemas.openxmlformats.org/drawingml/2006/main">
            <a:off x="9601200" y="2676525"/>
            <a:ext cx="1504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875" b="1">
                <a:solidFill>
                  <a:srgbClr val="F2F7FA"/>
                </a:solidFill>
                <a:latin typeface="Arial"/>
                <a:ea typeface="Arial"/>
                <a:cs typeface="Arial"/>
              </a:defRPr>
            </a:defPPr>
            <a:lvl1pPr algn="ctr">
              <a:defRPr sz="1875" b="1">
                <a:solidFill>
                  <a:srgbClr val="F2F7FA"/>
                </a:solidFill>
                <a:latin typeface="Arial"/>
                <a:ea typeface="Arial"/>
                <a:cs typeface="Arial"/>
              </a:defRPr>
            </a:lvl1pPr>
            <a:lvl2pPr algn="ctr">
              <a:defRPr sz="1875" b="1">
                <a:solidFill>
                  <a:srgbClr val="F2F7FA"/>
                </a:solidFill>
                <a:latin typeface="Arial"/>
                <a:ea typeface="Arial"/>
                <a:cs typeface="Arial"/>
              </a:defRPr>
            </a:lvl2pPr>
            <a:lvl3pPr algn="ctr">
              <a:defRPr sz="1875" b="1">
                <a:solidFill>
                  <a:srgbClr val="F2F7FA"/>
                </a:solidFill>
                <a:latin typeface="Arial"/>
                <a:ea typeface="Arial"/>
                <a:cs typeface="Arial"/>
              </a:defRPr>
            </a:lvl3pPr>
            <a:lvl4pPr algn="ctr">
              <a:defRPr sz="1875" b="1">
                <a:solidFill>
                  <a:srgbClr val="F2F7FA"/>
                </a:solidFill>
                <a:latin typeface="Arial"/>
                <a:ea typeface="Arial"/>
                <a:cs typeface="Arial"/>
              </a:defRPr>
            </a:lvl4pPr>
            <a:lvl5pPr algn="ctr">
              <a:defRPr sz="1875" b="1">
                <a:solidFill>
                  <a:srgbClr val="F2F7FA"/>
                </a:solidFill>
                <a:latin typeface="Arial"/>
                <a:ea typeface="Arial"/>
                <a:cs typeface="Arial"/>
              </a:defRPr>
            </a:lvl5pPr>
            <a:lvl6pPr algn="ctr">
              <a:defRPr sz="1875" b="1">
                <a:solidFill>
                  <a:srgbClr val="F2F7FA"/>
                </a:solidFill>
                <a:latin typeface="Arial"/>
                <a:ea typeface="Arial"/>
                <a:cs typeface="Arial"/>
              </a:defRPr>
            </a:lvl6pPr>
            <a:lvl7pPr algn="ctr">
              <a:defRPr sz="1875" b="1">
                <a:solidFill>
                  <a:srgbClr val="F2F7FA"/>
                </a:solidFill>
                <a:latin typeface="Arial"/>
                <a:ea typeface="Arial"/>
                <a:cs typeface="Arial"/>
              </a:defRPr>
            </a:lvl7pPr>
            <a:lvl8pPr algn="ctr">
              <a:defRPr sz="1875" b="1">
                <a:solidFill>
                  <a:srgbClr val="F2F7FA"/>
                </a:solidFill>
                <a:latin typeface="Arial"/>
                <a:ea typeface="Arial"/>
                <a:cs typeface="Arial"/>
              </a:defRPr>
            </a:lvl8pPr>
            <a:lvl9pPr algn="ctr">
              <a:defRPr sz="1875" b="1">
                <a:solidFill>
                  <a:srgbClr val="F2F7FA"/>
                </a:solidFill>
                <a:latin typeface="Arial"/>
                <a:ea typeface="Arial"/>
                <a:cs typeface="Arial"/>
              </a:defRPr>
            </a:lvl9pPr>
          </a:lstStyle>
          <a:p xmlns:a="http://schemas.openxmlformats.org/drawingml/2006/main">
            <a:pPr algn="ctr">
              <a:defRPr sz="1875" b="1">
                <a:solidFill>
                  <a:srgbClr val="F2F7FA"/>
                </a:solidFill>
                <a:latin typeface="Arial"/>
                <a:ea typeface="Arial"/>
                <a:cs typeface="Arial"/>
              </a:defRPr>
            </a:pPr>
            <a:r>
              <a:rPr sz="1875" b="1">
                <a:solidFill>
                  <a:srgbClr val="F2F7FA"/>
                </a:solidFill>
                <a:latin typeface="Arial"/>
                <a:ea typeface="Arial"/>
                <a:cs typeface="Arial"/>
              </a:rPr>
              <a:t>Review</a:t>
            </a:r>
          </a:p>
        </p:txBody>
      </p:sp>
      <p:sp>
        <p:nvSpPr>
          <p:cNvPr id="29" name="">
            <a:extLst xmlns:a="http://schemas.openxmlformats.org/drawingml/2006/main">
              <a:ext uri="{FF2B5EF4-FFF2-40B4-BE49-F238E27FC236}">
                <a16:creationId xmlns:a16="http://schemas.microsoft.com/office/drawing/2014/main" id="{06418E8A-F4E1-449D-AD3F-F430A8E9D767}"/>
              </a:ext>
            </a:extLst>
          </p:cNvPr>
          <p:cNvSpPr>
            <a:spLocks xmlns:a="http://schemas.openxmlformats.org/drawingml/2006/main" noGrp="1"/>
          </p:cNvSpPr>
          <p:nvPr/>
        </p:nvSpPr>
        <p:spPr>
          <a:xfrm xmlns:a="http://schemas.openxmlformats.org/drawingml/2006/main">
            <a:off x="9582150" y="3476625"/>
            <a:ext cx="1543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125" b="0">
                <a:solidFill>
                  <a:srgbClr val="B2C4CF"/>
                </a:solidFill>
                <a:latin typeface="Arial"/>
                <a:ea typeface="Arial"/>
                <a:cs typeface="Arial"/>
              </a:defRPr>
            </a:defPPr>
            <a:lvl1pPr algn="ctr">
              <a:defRPr sz="1125" b="0">
                <a:solidFill>
                  <a:srgbClr val="B2C4CF"/>
                </a:solidFill>
                <a:latin typeface="Arial"/>
                <a:ea typeface="Arial"/>
                <a:cs typeface="Arial"/>
              </a:defRPr>
            </a:lvl1pPr>
            <a:lvl2pPr algn="ctr">
              <a:defRPr sz="1125" b="0">
                <a:solidFill>
                  <a:srgbClr val="B2C4CF"/>
                </a:solidFill>
                <a:latin typeface="Arial"/>
                <a:ea typeface="Arial"/>
                <a:cs typeface="Arial"/>
              </a:defRPr>
            </a:lvl2pPr>
            <a:lvl3pPr algn="ctr">
              <a:defRPr sz="1125" b="0">
                <a:solidFill>
                  <a:srgbClr val="B2C4CF"/>
                </a:solidFill>
                <a:latin typeface="Arial"/>
                <a:ea typeface="Arial"/>
                <a:cs typeface="Arial"/>
              </a:defRPr>
            </a:lvl3pPr>
            <a:lvl4pPr algn="ctr">
              <a:defRPr sz="1125" b="0">
                <a:solidFill>
                  <a:srgbClr val="B2C4CF"/>
                </a:solidFill>
                <a:latin typeface="Arial"/>
                <a:ea typeface="Arial"/>
                <a:cs typeface="Arial"/>
              </a:defRPr>
            </a:lvl4pPr>
            <a:lvl5pPr algn="ctr">
              <a:defRPr sz="1125" b="0">
                <a:solidFill>
                  <a:srgbClr val="B2C4CF"/>
                </a:solidFill>
                <a:latin typeface="Arial"/>
                <a:ea typeface="Arial"/>
                <a:cs typeface="Arial"/>
              </a:defRPr>
            </a:lvl5pPr>
            <a:lvl6pPr algn="ctr">
              <a:defRPr sz="1125" b="0">
                <a:solidFill>
                  <a:srgbClr val="B2C4CF"/>
                </a:solidFill>
                <a:latin typeface="Arial"/>
                <a:ea typeface="Arial"/>
                <a:cs typeface="Arial"/>
              </a:defRPr>
            </a:lvl6pPr>
            <a:lvl7pPr algn="ctr">
              <a:defRPr sz="1125" b="0">
                <a:solidFill>
                  <a:srgbClr val="B2C4CF"/>
                </a:solidFill>
                <a:latin typeface="Arial"/>
                <a:ea typeface="Arial"/>
                <a:cs typeface="Arial"/>
              </a:defRPr>
            </a:lvl7pPr>
            <a:lvl8pPr algn="ctr">
              <a:defRPr sz="1125" b="0">
                <a:solidFill>
                  <a:srgbClr val="B2C4CF"/>
                </a:solidFill>
                <a:latin typeface="Arial"/>
                <a:ea typeface="Arial"/>
                <a:cs typeface="Arial"/>
              </a:defRPr>
            </a:lvl8pPr>
            <a:lvl9pPr algn="ctr">
              <a:defRPr sz="1125" b="0">
                <a:solidFill>
                  <a:srgbClr val="B2C4CF"/>
                </a:solidFill>
                <a:latin typeface="Arial"/>
                <a:ea typeface="Arial"/>
                <a:cs typeface="Arial"/>
              </a:defRPr>
            </a:lvl9pPr>
          </a:lstStyle>
          <a:p xmlns:a="http://schemas.openxmlformats.org/drawingml/2006/main">
            <a:pPr algn="ctr">
              <a:defRPr sz="1125" b="0">
                <a:solidFill>
                  <a:srgbClr val="B2C4CF"/>
                </a:solidFill>
                <a:latin typeface="Arial"/>
                <a:ea typeface="Arial"/>
                <a:cs typeface="Arial"/>
              </a:defRPr>
            </a:pPr>
            <a:r>
              <a:rPr sz="1125" b="0">
                <a:solidFill>
                  <a:srgbClr val="B2C4CF"/>
                </a:solidFill>
                <a:latin typeface="Arial"/>
                <a:ea typeface="Arial"/>
                <a:cs typeface="Arial"/>
              </a:rPr>
              <a:t>provisional score + UI</a:t>
            </a:r>
          </a:p>
        </p:txBody>
      </p:sp>
      <p:sp>
        <p:nvSpPr>
          <p:cNvPr id="30" name="">
            <a:extLst xmlns:a="http://schemas.openxmlformats.org/drawingml/2006/main">
              <a:ext uri="{FF2B5EF4-FFF2-40B4-BE49-F238E27FC236}">
                <a16:creationId xmlns:a16="http://schemas.microsoft.com/office/drawing/2014/main" id="{37FE22E1-6930-43C7-8E4B-4F597D8F2221}"/>
              </a:ext>
            </a:extLst>
          </p:cNvPr>
          <p:cNvSpPr>
            <a:spLocks xmlns:a="http://schemas.openxmlformats.org/drawingml/2006/main" noGrp="1"/>
          </p:cNvSpPr>
          <p:nvPr/>
        </p:nvSpPr>
        <p:spPr>
          <a:xfrm xmlns:a="http://schemas.openxmlformats.org/drawingml/2006/main">
            <a:off x="1028700" y="4572000"/>
            <a:ext cx="10134600" cy="1009650"/>
          </a:xfrm>
          <a:prstGeom xmlns:a="http://schemas.openxmlformats.org/drawingml/2006/main" prst="roundRect">
            <a:avLst>
              <a:gd name="adj" fmla="val 7547"/>
            </a:avLst>
          </a:prstGeom>
          <a:solidFill xmlns:a="http://schemas.openxmlformats.org/drawingml/2006/main">
            <a:srgbClr val="102332"/>
          </a:solidFill>
          <a:ln xmlns:a="http://schemas.openxmlformats.org/drawingml/2006/main" w="9525">
            <a:solidFill>
              <a:srgbClr val="284455"/>
            </a:solidFill>
            <a:prstDash val="solid"/>
          </a:ln>
        </p:spPr>
      </p:sp>
      <p:sp>
        <p:nvSpPr>
          <p:cNvPr id="31" name="">
            <a:extLst xmlns:a="http://schemas.openxmlformats.org/drawingml/2006/main">
              <a:ext uri="{FF2B5EF4-FFF2-40B4-BE49-F238E27FC236}">
                <a16:creationId xmlns:a16="http://schemas.microsoft.com/office/drawing/2014/main" id="{0A132B87-3834-49D7-92FF-D04B1C9F4C2A}"/>
              </a:ext>
            </a:extLst>
          </p:cNvPr>
          <p:cNvSpPr>
            <a:spLocks xmlns:a="http://schemas.openxmlformats.org/drawingml/2006/main" noGrp="1"/>
          </p:cNvSpPr>
          <p:nvPr/>
        </p:nvSpPr>
        <p:spPr>
          <a:xfrm xmlns:a="http://schemas.openxmlformats.org/drawingml/2006/main">
            <a:off x="1028700" y="4572000"/>
            <a:ext cx="38100" cy="1009650"/>
          </a:xfrm>
          <a:prstGeom xmlns:a="http://schemas.openxmlformats.org/drawingml/2006/main" prst="rect">
            <a:avLst/>
          </a:prstGeom>
          <a:solidFill xmlns:a="http://schemas.openxmlformats.org/drawingml/2006/main">
            <a:srgbClr val="FF6978"/>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0AB5F816-93D7-4F81-A391-5A48EADCF223}"/>
              </a:ext>
            </a:extLst>
          </p:cNvPr>
          <p:cNvSpPr>
            <a:spLocks xmlns:a="http://schemas.openxmlformats.org/drawingml/2006/main" noGrp="1"/>
          </p:cNvSpPr>
          <p:nvPr/>
        </p:nvSpPr>
        <p:spPr>
          <a:xfrm xmlns:a="http://schemas.openxmlformats.org/drawingml/2006/main">
            <a:off x="1314450" y="4733925"/>
            <a:ext cx="952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1">
                <a:solidFill>
                  <a:srgbClr val="FF6978"/>
                </a:solidFill>
                <a:latin typeface="Arial"/>
                <a:ea typeface="Arial"/>
                <a:cs typeface="Arial"/>
              </a:defRPr>
            </a:defPPr>
            <a:lvl1pPr algn="l">
              <a:defRPr sz="1275" b="1">
                <a:solidFill>
                  <a:srgbClr val="FF6978"/>
                </a:solidFill>
                <a:latin typeface="Arial"/>
                <a:ea typeface="Arial"/>
                <a:cs typeface="Arial"/>
              </a:defRPr>
            </a:lvl1pPr>
            <a:lvl2pPr algn="l">
              <a:defRPr sz="1275" b="1">
                <a:solidFill>
                  <a:srgbClr val="FF6978"/>
                </a:solidFill>
                <a:latin typeface="Arial"/>
                <a:ea typeface="Arial"/>
                <a:cs typeface="Arial"/>
              </a:defRPr>
            </a:lvl2pPr>
            <a:lvl3pPr algn="l">
              <a:defRPr sz="1275" b="1">
                <a:solidFill>
                  <a:srgbClr val="FF6978"/>
                </a:solidFill>
                <a:latin typeface="Arial"/>
                <a:ea typeface="Arial"/>
                <a:cs typeface="Arial"/>
              </a:defRPr>
            </a:lvl3pPr>
            <a:lvl4pPr algn="l">
              <a:defRPr sz="1275" b="1">
                <a:solidFill>
                  <a:srgbClr val="FF6978"/>
                </a:solidFill>
                <a:latin typeface="Arial"/>
                <a:ea typeface="Arial"/>
                <a:cs typeface="Arial"/>
              </a:defRPr>
            </a:lvl4pPr>
            <a:lvl5pPr algn="l">
              <a:defRPr sz="1275" b="1">
                <a:solidFill>
                  <a:srgbClr val="FF6978"/>
                </a:solidFill>
                <a:latin typeface="Arial"/>
                <a:ea typeface="Arial"/>
                <a:cs typeface="Arial"/>
              </a:defRPr>
            </a:lvl5pPr>
            <a:lvl6pPr algn="l">
              <a:defRPr sz="1275" b="1">
                <a:solidFill>
                  <a:srgbClr val="FF6978"/>
                </a:solidFill>
                <a:latin typeface="Arial"/>
                <a:ea typeface="Arial"/>
                <a:cs typeface="Arial"/>
              </a:defRPr>
            </a:lvl6pPr>
            <a:lvl7pPr algn="l">
              <a:defRPr sz="1275" b="1">
                <a:solidFill>
                  <a:srgbClr val="FF6978"/>
                </a:solidFill>
                <a:latin typeface="Arial"/>
                <a:ea typeface="Arial"/>
                <a:cs typeface="Arial"/>
              </a:defRPr>
            </a:lvl7pPr>
            <a:lvl8pPr algn="l">
              <a:defRPr sz="1275" b="1">
                <a:solidFill>
                  <a:srgbClr val="FF6978"/>
                </a:solidFill>
                <a:latin typeface="Arial"/>
                <a:ea typeface="Arial"/>
                <a:cs typeface="Arial"/>
              </a:defRPr>
            </a:lvl8pPr>
            <a:lvl9pPr algn="l">
              <a:defRPr sz="1275" b="1">
                <a:solidFill>
                  <a:srgbClr val="FF6978"/>
                </a:solidFill>
                <a:latin typeface="Arial"/>
                <a:ea typeface="Arial"/>
                <a:cs typeface="Arial"/>
              </a:defRPr>
            </a:lvl9pPr>
          </a:lstStyle>
          <a:p xmlns:a="http://schemas.openxmlformats.org/drawingml/2006/main">
            <a:pPr algn="l">
              <a:defRPr sz="1275" b="1">
                <a:solidFill>
                  <a:srgbClr val="FF6978"/>
                </a:solidFill>
                <a:latin typeface="Arial"/>
                <a:ea typeface="Arial"/>
                <a:cs typeface="Arial"/>
              </a:defRPr>
            </a:pPr>
            <a:r>
              <a:rPr sz="1275" b="1">
                <a:solidFill>
                  <a:srgbClr val="FF6978"/>
                </a:solidFill>
                <a:latin typeface="Arial"/>
                <a:ea typeface="Arial"/>
                <a:cs typeface="Arial"/>
              </a:rPr>
              <a:t>OFFICIAL ADAPTER / SCORER / SUBMISSION EXPORT</a:t>
            </a:r>
          </a:p>
        </p:txBody>
      </p:sp>
      <p:sp>
        <p:nvSpPr>
          <p:cNvPr id="33" name="">
            <a:extLst xmlns:a="http://schemas.openxmlformats.org/drawingml/2006/main">
              <a:ext uri="{FF2B5EF4-FFF2-40B4-BE49-F238E27FC236}">
                <a16:creationId xmlns:a16="http://schemas.microsoft.com/office/drawing/2014/main" id="{69101DBC-4808-49BE-AFB4-8D8E2452D282}"/>
              </a:ext>
            </a:extLst>
          </p:cNvPr>
          <p:cNvSpPr>
            <a:spLocks xmlns:a="http://schemas.openxmlformats.org/drawingml/2006/main" noGrp="1"/>
          </p:cNvSpPr>
          <p:nvPr/>
        </p:nvSpPr>
        <p:spPr>
          <a:xfrm xmlns:a="http://schemas.openxmlformats.org/drawingml/2006/main">
            <a:off x="1314450" y="5105400"/>
            <a:ext cx="933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F2F7FA"/>
                </a:solidFill>
                <a:latin typeface="Arial"/>
                <a:ea typeface="Arial"/>
                <a:cs typeface="Arial"/>
              </a:defRPr>
            </a:defPPr>
            <a:lvl1pPr algn="l">
              <a:defRPr sz="1425" b="0">
                <a:solidFill>
                  <a:srgbClr val="F2F7FA"/>
                </a:solidFill>
                <a:latin typeface="Arial"/>
                <a:ea typeface="Arial"/>
                <a:cs typeface="Arial"/>
              </a:defRPr>
            </a:lvl1pPr>
            <a:lvl2pPr algn="l">
              <a:defRPr sz="1425" b="0">
                <a:solidFill>
                  <a:srgbClr val="F2F7FA"/>
                </a:solidFill>
                <a:latin typeface="Arial"/>
                <a:ea typeface="Arial"/>
                <a:cs typeface="Arial"/>
              </a:defRPr>
            </a:lvl2pPr>
            <a:lvl3pPr algn="l">
              <a:defRPr sz="1425" b="0">
                <a:solidFill>
                  <a:srgbClr val="F2F7FA"/>
                </a:solidFill>
                <a:latin typeface="Arial"/>
                <a:ea typeface="Arial"/>
                <a:cs typeface="Arial"/>
              </a:defRPr>
            </a:lvl3pPr>
            <a:lvl4pPr algn="l">
              <a:defRPr sz="1425" b="0">
                <a:solidFill>
                  <a:srgbClr val="F2F7FA"/>
                </a:solidFill>
                <a:latin typeface="Arial"/>
                <a:ea typeface="Arial"/>
                <a:cs typeface="Arial"/>
              </a:defRPr>
            </a:lvl4pPr>
            <a:lvl5pPr algn="l">
              <a:defRPr sz="1425" b="0">
                <a:solidFill>
                  <a:srgbClr val="F2F7FA"/>
                </a:solidFill>
                <a:latin typeface="Arial"/>
                <a:ea typeface="Arial"/>
                <a:cs typeface="Arial"/>
              </a:defRPr>
            </a:lvl5pPr>
            <a:lvl6pPr algn="l">
              <a:defRPr sz="1425" b="0">
                <a:solidFill>
                  <a:srgbClr val="F2F7FA"/>
                </a:solidFill>
                <a:latin typeface="Arial"/>
                <a:ea typeface="Arial"/>
                <a:cs typeface="Arial"/>
              </a:defRPr>
            </a:lvl6pPr>
            <a:lvl7pPr algn="l">
              <a:defRPr sz="1425" b="0">
                <a:solidFill>
                  <a:srgbClr val="F2F7FA"/>
                </a:solidFill>
                <a:latin typeface="Arial"/>
                <a:ea typeface="Arial"/>
                <a:cs typeface="Arial"/>
              </a:defRPr>
            </a:lvl7pPr>
            <a:lvl8pPr algn="l">
              <a:defRPr sz="1425" b="0">
                <a:solidFill>
                  <a:srgbClr val="F2F7FA"/>
                </a:solidFill>
                <a:latin typeface="Arial"/>
                <a:ea typeface="Arial"/>
                <a:cs typeface="Arial"/>
              </a:defRPr>
            </a:lvl8pPr>
            <a:lvl9pPr algn="l">
              <a:defRPr sz="1425" b="0">
                <a:solidFill>
                  <a:srgbClr val="F2F7FA"/>
                </a:solidFill>
                <a:latin typeface="Arial"/>
                <a:ea typeface="Arial"/>
                <a:cs typeface="Arial"/>
              </a:defRPr>
            </a:lvl9pPr>
          </a:lstStyle>
          <a:p xmlns:a="http://schemas.openxmlformats.org/drawingml/2006/main">
            <a:pPr algn="l">
              <a:defRPr sz="1425" b="0">
                <a:solidFill>
                  <a:srgbClr val="F2F7FA"/>
                </a:solidFill>
                <a:latin typeface="Arial"/>
                <a:ea typeface="Arial"/>
                <a:cs typeface="Arial"/>
              </a:defRPr>
            </a:pPr>
            <a:r>
              <a:rPr sz="1425" b="0">
                <a:solidFill>
                  <a:srgbClr val="F2F7FA"/>
                </a:solidFill>
                <a:latin typeface="Arial"/>
                <a:ea typeface="Arial"/>
                <a:cs typeface="Arial"/>
              </a:rPr>
              <a:t>Await organizer files and timestamp/schema decisions. Current path is an internal synthetic demo only.</a:t>
            </a:r>
          </a:p>
        </p:txBody>
      </p:sp>
    </p:spTree>
    <p:extLst>
      <p:ext uri="{BB962C8B-B14F-4D97-AF65-F5344CB8AC3E}">
        <p14:creationId xmlns:p14="http://schemas.microsoft.com/office/powerpoint/2010/main" val="924930904"/>
      </p:ext>
    </p:extLst>
  </p:cSld>
</p:sld>
</file>

<file path=ppt/slides/slide5.xml><?xml version="1.0" encoding="utf-8"?>
<p:sld xmlns:p="http://schemas.openxmlformats.org/presentationml/2006/main">
  <p:cSld>
    <p:bg>
      <p:bgPr>
        <a:solidFill xmlns:a="http://schemas.openxmlformats.org/drawingml/2006/main">
          <a:srgbClr val="07131F"/>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1DA025ED-9C22-403C-A23D-0211526DA0B8}"/>
              </a:ext>
            </a:extLst>
          </p:cNvPr>
          <p:cNvSpPr>
            <a:spLocks xmlns:a="http://schemas.openxmlformats.org/drawingml/2006/main" noGrp="1"/>
          </p:cNvSpPr>
          <p:nvPr/>
        </p:nvSpPr>
        <p:spPr>
          <a:xfrm xmlns:a="http://schemas.openxmlformats.org/drawingml/2006/main">
            <a:off x="609600" y="247650"/>
            <a:ext cx="876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36D9D0"/>
                </a:solidFill>
                <a:latin typeface="Arial"/>
                <a:ea typeface="Arial"/>
                <a:cs typeface="Arial"/>
              </a:defRPr>
            </a:defPPr>
            <a:lvl1pPr algn="l">
              <a:defRPr sz="1125" b="1">
                <a:solidFill>
                  <a:srgbClr val="36D9D0"/>
                </a:solidFill>
                <a:latin typeface="Arial"/>
                <a:ea typeface="Arial"/>
                <a:cs typeface="Arial"/>
              </a:defRPr>
            </a:lvl1pPr>
            <a:lvl2pPr algn="l">
              <a:defRPr sz="1125" b="1">
                <a:solidFill>
                  <a:srgbClr val="36D9D0"/>
                </a:solidFill>
                <a:latin typeface="Arial"/>
                <a:ea typeface="Arial"/>
                <a:cs typeface="Arial"/>
              </a:defRPr>
            </a:lvl2pPr>
            <a:lvl3pPr algn="l">
              <a:defRPr sz="1125" b="1">
                <a:solidFill>
                  <a:srgbClr val="36D9D0"/>
                </a:solidFill>
                <a:latin typeface="Arial"/>
                <a:ea typeface="Arial"/>
                <a:cs typeface="Arial"/>
              </a:defRPr>
            </a:lvl3pPr>
            <a:lvl4pPr algn="l">
              <a:defRPr sz="1125" b="1">
                <a:solidFill>
                  <a:srgbClr val="36D9D0"/>
                </a:solidFill>
                <a:latin typeface="Arial"/>
                <a:ea typeface="Arial"/>
                <a:cs typeface="Arial"/>
              </a:defRPr>
            </a:lvl4pPr>
            <a:lvl5pPr algn="l">
              <a:defRPr sz="1125" b="1">
                <a:solidFill>
                  <a:srgbClr val="36D9D0"/>
                </a:solidFill>
                <a:latin typeface="Arial"/>
                <a:ea typeface="Arial"/>
                <a:cs typeface="Arial"/>
              </a:defRPr>
            </a:lvl5pPr>
            <a:lvl6pPr algn="l">
              <a:defRPr sz="1125" b="1">
                <a:solidFill>
                  <a:srgbClr val="36D9D0"/>
                </a:solidFill>
                <a:latin typeface="Arial"/>
                <a:ea typeface="Arial"/>
                <a:cs typeface="Arial"/>
              </a:defRPr>
            </a:lvl6pPr>
            <a:lvl7pPr algn="l">
              <a:defRPr sz="1125" b="1">
                <a:solidFill>
                  <a:srgbClr val="36D9D0"/>
                </a:solidFill>
                <a:latin typeface="Arial"/>
                <a:ea typeface="Arial"/>
                <a:cs typeface="Arial"/>
              </a:defRPr>
            </a:lvl7pPr>
            <a:lvl8pPr algn="l">
              <a:defRPr sz="1125" b="1">
                <a:solidFill>
                  <a:srgbClr val="36D9D0"/>
                </a:solidFill>
                <a:latin typeface="Arial"/>
                <a:ea typeface="Arial"/>
                <a:cs typeface="Arial"/>
              </a:defRPr>
            </a:lvl8pPr>
            <a:lvl9pPr algn="l">
              <a:defRPr sz="1125" b="1">
                <a:solidFill>
                  <a:srgbClr val="36D9D0"/>
                </a:solidFill>
                <a:latin typeface="Arial"/>
                <a:ea typeface="Arial"/>
                <a:cs typeface="Arial"/>
              </a:defRPr>
            </a:lvl9pPr>
          </a:lstStyle>
          <a:p xmlns:a="http://schemas.openxmlformats.org/drawingml/2006/main">
            <a:pPr algn="l">
              <a:defRPr sz="1125" b="1">
                <a:solidFill>
                  <a:srgbClr val="36D9D0"/>
                </a:solidFill>
                <a:latin typeface="Arial"/>
                <a:ea typeface="Arial"/>
                <a:cs typeface="Arial"/>
              </a:defRPr>
            </a:pPr>
            <a:r>
              <a:rPr sz="1125" b="1">
                <a:solidFill>
                  <a:srgbClr val="36D9D0"/>
                </a:solidFill>
                <a:latin typeface="Arial"/>
                <a:ea typeface="Arial"/>
                <a:cs typeface="Arial"/>
              </a:rPr>
              <a:t>SENTINEL PULSE   /   METHOD</a:t>
            </a:r>
          </a:p>
        </p:txBody>
      </p:sp>
      <p:sp>
        <p:nvSpPr>
          <p:cNvPr id="2" name="">
            <a:extLst xmlns:a="http://schemas.openxmlformats.org/drawingml/2006/main">
              <a:ext uri="{FF2B5EF4-FFF2-40B4-BE49-F238E27FC236}">
                <a16:creationId xmlns:a16="http://schemas.microsoft.com/office/drawing/2014/main" id="{7569D10B-7BF0-4469-9486-0CF8370DC2D5}"/>
              </a:ext>
            </a:extLst>
          </p:cNvPr>
          <p:cNvSpPr>
            <a:spLocks xmlns:a="http://schemas.openxmlformats.org/drawingml/2006/main" noGrp="1"/>
          </p:cNvSpPr>
          <p:nvPr/>
        </p:nvSpPr>
        <p:spPr>
          <a:xfrm xmlns:a="http://schemas.openxmlformats.org/drawingml/2006/main">
            <a:off x="609600" y="590550"/>
            <a:ext cx="10972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700" b="1">
                <a:solidFill>
                  <a:srgbClr val="F2F7FA"/>
                </a:solidFill>
                <a:latin typeface="Arial"/>
                <a:ea typeface="Arial"/>
                <a:cs typeface="Arial"/>
              </a:defRPr>
            </a:defPPr>
            <a:lvl1pPr algn="l">
              <a:defRPr sz="2700" b="1">
                <a:solidFill>
                  <a:srgbClr val="F2F7FA"/>
                </a:solidFill>
                <a:latin typeface="Arial"/>
                <a:ea typeface="Arial"/>
                <a:cs typeface="Arial"/>
              </a:defRPr>
            </a:lvl1pPr>
            <a:lvl2pPr algn="l">
              <a:defRPr sz="2700" b="1">
                <a:solidFill>
                  <a:srgbClr val="F2F7FA"/>
                </a:solidFill>
                <a:latin typeface="Arial"/>
                <a:ea typeface="Arial"/>
                <a:cs typeface="Arial"/>
              </a:defRPr>
            </a:lvl2pPr>
            <a:lvl3pPr algn="l">
              <a:defRPr sz="2700" b="1">
                <a:solidFill>
                  <a:srgbClr val="F2F7FA"/>
                </a:solidFill>
                <a:latin typeface="Arial"/>
                <a:ea typeface="Arial"/>
                <a:cs typeface="Arial"/>
              </a:defRPr>
            </a:lvl3pPr>
            <a:lvl4pPr algn="l">
              <a:defRPr sz="2700" b="1">
                <a:solidFill>
                  <a:srgbClr val="F2F7FA"/>
                </a:solidFill>
                <a:latin typeface="Arial"/>
                <a:ea typeface="Arial"/>
                <a:cs typeface="Arial"/>
              </a:defRPr>
            </a:lvl4pPr>
            <a:lvl5pPr algn="l">
              <a:defRPr sz="2700" b="1">
                <a:solidFill>
                  <a:srgbClr val="F2F7FA"/>
                </a:solidFill>
                <a:latin typeface="Arial"/>
                <a:ea typeface="Arial"/>
                <a:cs typeface="Arial"/>
              </a:defRPr>
            </a:lvl5pPr>
            <a:lvl6pPr algn="l">
              <a:defRPr sz="2700" b="1">
                <a:solidFill>
                  <a:srgbClr val="F2F7FA"/>
                </a:solidFill>
                <a:latin typeface="Arial"/>
                <a:ea typeface="Arial"/>
                <a:cs typeface="Arial"/>
              </a:defRPr>
            </a:lvl6pPr>
            <a:lvl7pPr algn="l">
              <a:defRPr sz="2700" b="1">
                <a:solidFill>
                  <a:srgbClr val="F2F7FA"/>
                </a:solidFill>
                <a:latin typeface="Arial"/>
                <a:ea typeface="Arial"/>
                <a:cs typeface="Arial"/>
              </a:defRPr>
            </a:lvl7pPr>
            <a:lvl8pPr algn="l">
              <a:defRPr sz="2700" b="1">
                <a:solidFill>
                  <a:srgbClr val="F2F7FA"/>
                </a:solidFill>
                <a:latin typeface="Arial"/>
                <a:ea typeface="Arial"/>
                <a:cs typeface="Arial"/>
              </a:defRPr>
            </a:lvl8pPr>
            <a:lvl9pPr algn="l">
              <a:defRPr sz="2700" b="1">
                <a:solidFill>
                  <a:srgbClr val="F2F7FA"/>
                </a:solidFill>
                <a:latin typeface="Arial"/>
                <a:ea typeface="Arial"/>
                <a:cs typeface="Arial"/>
              </a:defRPr>
            </a:lvl9pPr>
          </a:lstStyle>
          <a:p xmlns:a="http://schemas.openxmlformats.org/drawingml/2006/main">
            <a:pPr algn="l">
              <a:defRPr sz="2700" b="1">
                <a:solidFill>
                  <a:srgbClr val="F2F7FA"/>
                </a:solidFill>
                <a:latin typeface="Arial"/>
                <a:ea typeface="Arial"/>
                <a:cs typeface="Arial"/>
              </a:defRPr>
            </a:pPr>
            <a:r>
              <a:rPr sz="2700" b="1">
                <a:solidFill>
                  <a:srgbClr val="F2F7FA"/>
                </a:solidFill>
                <a:latin typeface="Arial"/>
                <a:ea typeface="Arial"/>
                <a:cs typeface="Arial"/>
              </a:rPr>
              <a:t>Rolling median + MAD is the current fallback</a:t>
            </a:r>
          </a:p>
        </p:txBody>
      </p:sp>
      <p:sp>
        <p:nvSpPr>
          <p:cNvPr id="3" name="">
            <a:extLst xmlns:a="http://schemas.openxmlformats.org/drawingml/2006/main">
              <a:ext uri="{FF2B5EF4-FFF2-40B4-BE49-F238E27FC236}">
                <a16:creationId xmlns:a16="http://schemas.microsoft.com/office/drawing/2014/main" id="{B911A785-EFF4-4616-A400-13A796B6EE63}"/>
              </a:ext>
            </a:extLst>
          </p:cNvPr>
          <p:cNvSpPr>
            <a:spLocks xmlns:a="http://schemas.openxmlformats.org/drawingml/2006/main" noGrp="1"/>
          </p:cNvSpPr>
          <p:nvPr/>
        </p:nvSpPr>
        <p:spPr>
          <a:xfrm xmlns:a="http://schemas.openxmlformats.org/drawingml/2006/main">
            <a:off x="609600" y="1200150"/>
            <a:ext cx="10972800" cy="9525"/>
          </a:xfrm>
          <a:prstGeom xmlns:a="http://schemas.openxmlformats.org/drawingml/2006/main" prst="rect">
            <a:avLst/>
          </a:prstGeom>
          <a:solidFill xmlns:a="http://schemas.openxmlformats.org/drawingml/2006/main">
            <a:srgbClr val="284455"/>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A2D32CC-D3EA-4356-A68F-AC8BDA391EF9}"/>
              </a:ext>
            </a:extLst>
          </p:cNvPr>
          <p:cNvSpPr>
            <a:spLocks xmlns:a="http://schemas.openxmlformats.org/drawingml/2006/main" noGrp="1"/>
          </p:cNvSpPr>
          <p:nvPr/>
        </p:nvSpPr>
        <p:spPr>
          <a:xfrm xmlns:a="http://schemas.openxmlformats.org/drawingml/2006/main">
            <a:off x="609600" y="6496050"/>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00" b="0">
                <a:solidFill>
                  <a:srgbClr val="B2C4CF"/>
                </a:solidFill>
                <a:latin typeface="Arial"/>
                <a:ea typeface="Arial"/>
                <a:cs typeface="Arial"/>
              </a:defRPr>
            </a:defPPr>
            <a:lvl1pPr algn="r">
              <a:defRPr sz="900" b="0">
                <a:solidFill>
                  <a:srgbClr val="B2C4CF"/>
                </a:solidFill>
                <a:latin typeface="Arial"/>
                <a:ea typeface="Arial"/>
                <a:cs typeface="Arial"/>
              </a:defRPr>
            </a:lvl1pPr>
            <a:lvl2pPr algn="r">
              <a:defRPr sz="900" b="0">
                <a:solidFill>
                  <a:srgbClr val="B2C4CF"/>
                </a:solidFill>
                <a:latin typeface="Arial"/>
                <a:ea typeface="Arial"/>
                <a:cs typeface="Arial"/>
              </a:defRPr>
            </a:lvl2pPr>
            <a:lvl3pPr algn="r">
              <a:defRPr sz="900" b="0">
                <a:solidFill>
                  <a:srgbClr val="B2C4CF"/>
                </a:solidFill>
                <a:latin typeface="Arial"/>
                <a:ea typeface="Arial"/>
                <a:cs typeface="Arial"/>
              </a:defRPr>
            </a:lvl3pPr>
            <a:lvl4pPr algn="r">
              <a:defRPr sz="900" b="0">
                <a:solidFill>
                  <a:srgbClr val="B2C4CF"/>
                </a:solidFill>
                <a:latin typeface="Arial"/>
                <a:ea typeface="Arial"/>
                <a:cs typeface="Arial"/>
              </a:defRPr>
            </a:lvl4pPr>
            <a:lvl5pPr algn="r">
              <a:defRPr sz="900" b="0">
                <a:solidFill>
                  <a:srgbClr val="B2C4CF"/>
                </a:solidFill>
                <a:latin typeface="Arial"/>
                <a:ea typeface="Arial"/>
                <a:cs typeface="Arial"/>
              </a:defRPr>
            </a:lvl5pPr>
            <a:lvl6pPr algn="r">
              <a:defRPr sz="900" b="0">
                <a:solidFill>
                  <a:srgbClr val="B2C4CF"/>
                </a:solidFill>
                <a:latin typeface="Arial"/>
                <a:ea typeface="Arial"/>
                <a:cs typeface="Arial"/>
              </a:defRPr>
            </a:lvl6pPr>
            <a:lvl7pPr algn="r">
              <a:defRPr sz="900" b="0">
                <a:solidFill>
                  <a:srgbClr val="B2C4CF"/>
                </a:solidFill>
                <a:latin typeface="Arial"/>
                <a:ea typeface="Arial"/>
                <a:cs typeface="Arial"/>
              </a:defRPr>
            </a:lvl7pPr>
            <a:lvl8pPr algn="r">
              <a:defRPr sz="900" b="0">
                <a:solidFill>
                  <a:srgbClr val="B2C4CF"/>
                </a:solidFill>
                <a:latin typeface="Arial"/>
                <a:ea typeface="Arial"/>
                <a:cs typeface="Arial"/>
              </a:defRPr>
            </a:lvl8pPr>
            <a:lvl9pPr algn="r">
              <a:defRPr sz="900" b="0">
                <a:solidFill>
                  <a:srgbClr val="B2C4CF"/>
                </a:solidFill>
                <a:latin typeface="Arial"/>
                <a:ea typeface="Arial"/>
                <a:cs typeface="Arial"/>
              </a:defRPr>
            </a:lvl9pPr>
          </a:lstStyle>
          <a:p xmlns:a="http://schemas.openxmlformats.org/drawingml/2006/main">
            <a:pPr algn="r">
              <a:defRPr sz="900" b="0">
                <a:solidFill>
                  <a:srgbClr val="B2C4CF"/>
                </a:solidFill>
                <a:latin typeface="Arial"/>
                <a:ea typeface="Arial"/>
                <a:cs typeface="Arial"/>
              </a:defRPr>
            </a:pPr>
            <a:r>
              <a:rPr sz="900" b="0">
                <a:solidFill>
                  <a:srgbClr val="B2C4CF"/>
                </a:solidFill>
                <a:latin typeface="Arial"/>
                <a:ea typeface="Arial"/>
                <a:cs typeface="Arial"/>
              </a:rPr>
              <a:t>UTKRISHTA 2026  ·  CHALLENGE 2  ·  05 / 10</a:t>
            </a:r>
          </a:p>
        </p:txBody>
      </p:sp>
      <p:sp>
        <p:nvSpPr>
          <p:cNvPr id="5" name="">
            <a:extLst xmlns:a="http://schemas.openxmlformats.org/drawingml/2006/main">
              <a:ext uri="{FF2B5EF4-FFF2-40B4-BE49-F238E27FC236}">
                <a16:creationId xmlns:a16="http://schemas.microsoft.com/office/drawing/2014/main" id="{9533D277-0AE6-4089-A353-93BDC0993628}"/>
              </a:ext>
            </a:extLst>
          </p:cNvPr>
          <p:cNvSpPr>
            <a:spLocks xmlns:a="http://schemas.openxmlformats.org/drawingml/2006/main" noGrp="1"/>
          </p:cNvSpPr>
          <p:nvPr/>
        </p:nvSpPr>
        <p:spPr>
          <a:xfrm xmlns:a="http://schemas.openxmlformats.org/drawingml/2006/main">
            <a:off x="647700" y="1504950"/>
            <a:ext cx="6524625" cy="4000500"/>
          </a:xfrm>
          <a:prstGeom xmlns:a="http://schemas.openxmlformats.org/drawingml/2006/main" prst="roundRect">
            <a:avLst>
              <a:gd name="adj" fmla="val 1905"/>
            </a:avLst>
          </a:prstGeom>
          <a:solidFill xmlns:a="http://schemas.openxmlformats.org/drawingml/2006/main">
            <a:srgbClr val="102332"/>
          </a:solidFill>
          <a:ln xmlns:a="http://schemas.openxmlformats.org/drawingml/2006/main" w="9525">
            <a:solidFill>
              <a:srgbClr val="284455"/>
            </a:solidFill>
            <a:prstDash val="solid"/>
          </a:ln>
        </p:spPr>
      </p:sp>
      <p:sp>
        <p:nvSpPr>
          <p:cNvPr id="6" name="">
            <a:extLst xmlns:a="http://schemas.openxmlformats.org/drawingml/2006/main">
              <a:ext uri="{FF2B5EF4-FFF2-40B4-BE49-F238E27FC236}">
                <a16:creationId xmlns:a16="http://schemas.microsoft.com/office/drawing/2014/main" id="{5EC43FC3-882B-4F2A-ACDD-F6529E270BCD}"/>
              </a:ext>
            </a:extLst>
          </p:cNvPr>
          <p:cNvSpPr>
            <a:spLocks xmlns:a="http://schemas.openxmlformats.org/drawingml/2006/main" noGrp="1"/>
          </p:cNvSpPr>
          <p:nvPr/>
        </p:nvSpPr>
        <p:spPr>
          <a:xfrm xmlns:a="http://schemas.openxmlformats.org/drawingml/2006/main">
            <a:off x="647700" y="1504950"/>
            <a:ext cx="38100" cy="4000500"/>
          </a:xfrm>
          <a:prstGeom xmlns:a="http://schemas.openxmlformats.org/drawingml/2006/main" prst="rect">
            <a:avLst/>
          </a:prstGeom>
          <a:solidFill xmlns:a="http://schemas.openxmlformats.org/drawingml/2006/main">
            <a:srgbClr val="36D9D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530DDCC5-8A12-4F50-90BB-75E32293DE6E}"/>
              </a:ext>
            </a:extLst>
          </p:cNvPr>
          <p:cNvSpPr>
            <a:spLocks xmlns:a="http://schemas.openxmlformats.org/drawingml/2006/main" noGrp="1"/>
          </p:cNvSpPr>
          <p:nvPr/>
        </p:nvSpPr>
        <p:spPr>
          <a:xfrm xmlns:a="http://schemas.openxmlformats.org/drawingml/2006/main">
            <a:off x="895350" y="1743075"/>
            <a:ext cx="59055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1">
                <a:solidFill>
                  <a:srgbClr val="36D9D0"/>
                </a:solidFill>
                <a:latin typeface="Arial"/>
                <a:ea typeface="Arial"/>
                <a:cs typeface="Arial"/>
              </a:defRPr>
            </a:defPPr>
            <a:lvl1pPr algn="l">
              <a:defRPr sz="1275" b="1">
                <a:solidFill>
                  <a:srgbClr val="36D9D0"/>
                </a:solidFill>
                <a:latin typeface="Arial"/>
                <a:ea typeface="Arial"/>
                <a:cs typeface="Arial"/>
              </a:defRPr>
            </a:lvl1pPr>
            <a:lvl2pPr algn="l">
              <a:defRPr sz="1275" b="1">
                <a:solidFill>
                  <a:srgbClr val="36D9D0"/>
                </a:solidFill>
                <a:latin typeface="Arial"/>
                <a:ea typeface="Arial"/>
                <a:cs typeface="Arial"/>
              </a:defRPr>
            </a:lvl2pPr>
            <a:lvl3pPr algn="l">
              <a:defRPr sz="1275" b="1">
                <a:solidFill>
                  <a:srgbClr val="36D9D0"/>
                </a:solidFill>
                <a:latin typeface="Arial"/>
                <a:ea typeface="Arial"/>
                <a:cs typeface="Arial"/>
              </a:defRPr>
            </a:lvl3pPr>
            <a:lvl4pPr algn="l">
              <a:defRPr sz="1275" b="1">
                <a:solidFill>
                  <a:srgbClr val="36D9D0"/>
                </a:solidFill>
                <a:latin typeface="Arial"/>
                <a:ea typeface="Arial"/>
                <a:cs typeface="Arial"/>
              </a:defRPr>
            </a:lvl4pPr>
            <a:lvl5pPr algn="l">
              <a:defRPr sz="1275" b="1">
                <a:solidFill>
                  <a:srgbClr val="36D9D0"/>
                </a:solidFill>
                <a:latin typeface="Arial"/>
                <a:ea typeface="Arial"/>
                <a:cs typeface="Arial"/>
              </a:defRPr>
            </a:lvl5pPr>
            <a:lvl6pPr algn="l">
              <a:defRPr sz="1275" b="1">
                <a:solidFill>
                  <a:srgbClr val="36D9D0"/>
                </a:solidFill>
                <a:latin typeface="Arial"/>
                <a:ea typeface="Arial"/>
                <a:cs typeface="Arial"/>
              </a:defRPr>
            </a:lvl6pPr>
            <a:lvl7pPr algn="l">
              <a:defRPr sz="1275" b="1">
                <a:solidFill>
                  <a:srgbClr val="36D9D0"/>
                </a:solidFill>
                <a:latin typeface="Arial"/>
                <a:ea typeface="Arial"/>
                <a:cs typeface="Arial"/>
              </a:defRPr>
            </a:lvl7pPr>
            <a:lvl8pPr algn="l">
              <a:defRPr sz="1275" b="1">
                <a:solidFill>
                  <a:srgbClr val="36D9D0"/>
                </a:solidFill>
                <a:latin typeface="Arial"/>
                <a:ea typeface="Arial"/>
                <a:cs typeface="Arial"/>
              </a:defRPr>
            </a:lvl8pPr>
            <a:lvl9pPr algn="l">
              <a:defRPr sz="1275" b="1">
                <a:solidFill>
                  <a:srgbClr val="36D9D0"/>
                </a:solidFill>
                <a:latin typeface="Arial"/>
                <a:ea typeface="Arial"/>
                <a:cs typeface="Arial"/>
              </a:defRPr>
            </a:lvl9pPr>
          </a:lstStyle>
          <a:p xmlns:a="http://schemas.openxmlformats.org/drawingml/2006/main">
            <a:pPr algn="l">
              <a:defRPr sz="1275" b="1">
                <a:solidFill>
                  <a:srgbClr val="36D9D0"/>
                </a:solidFill>
                <a:latin typeface="Arial"/>
                <a:ea typeface="Arial"/>
                <a:cs typeface="Arial"/>
              </a:defRPr>
            </a:pPr>
            <a:r>
              <a:rPr sz="1275" b="1">
                <a:solidFill>
                  <a:srgbClr val="36D9D0"/>
                </a:solidFill>
                <a:latin typeface="Arial"/>
                <a:ea typeface="Arial"/>
                <a:cs typeface="Arial"/>
              </a:rPr>
              <a:t>FOR EACH SERIES · SCORE BEFORE UPDATE</a:t>
            </a:r>
          </a:p>
        </p:txBody>
      </p:sp>
      <p:sp>
        <p:nvSpPr>
          <p:cNvPr id="8" name="">
            <a:extLst xmlns:a="http://schemas.openxmlformats.org/drawingml/2006/main">
              <a:ext uri="{FF2B5EF4-FFF2-40B4-BE49-F238E27FC236}">
                <a16:creationId xmlns:a16="http://schemas.microsoft.com/office/drawing/2014/main" id="{467EDDF0-8FE4-41D9-9420-628C1CF7E241}"/>
              </a:ext>
            </a:extLst>
          </p:cNvPr>
          <p:cNvSpPr>
            <a:spLocks xmlns:a="http://schemas.openxmlformats.org/drawingml/2006/main" noGrp="1"/>
          </p:cNvSpPr>
          <p:nvPr/>
        </p:nvSpPr>
        <p:spPr>
          <a:xfrm xmlns:a="http://schemas.openxmlformats.org/drawingml/2006/main">
            <a:off x="933450" y="2390775"/>
            <a:ext cx="5715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325" b="1">
                <a:solidFill>
                  <a:srgbClr val="F2F7FA"/>
                </a:solidFill>
                <a:latin typeface="Arial"/>
                <a:ea typeface="Arial"/>
                <a:cs typeface="Arial"/>
              </a:defRPr>
            </a:defPPr>
            <a:lvl1pPr algn="l">
              <a:defRPr sz="2325" b="1">
                <a:solidFill>
                  <a:srgbClr val="F2F7FA"/>
                </a:solidFill>
                <a:latin typeface="Arial"/>
                <a:ea typeface="Arial"/>
                <a:cs typeface="Arial"/>
              </a:defRPr>
            </a:lvl1pPr>
            <a:lvl2pPr algn="l">
              <a:defRPr sz="2325" b="1">
                <a:solidFill>
                  <a:srgbClr val="F2F7FA"/>
                </a:solidFill>
                <a:latin typeface="Arial"/>
                <a:ea typeface="Arial"/>
                <a:cs typeface="Arial"/>
              </a:defRPr>
            </a:lvl2pPr>
            <a:lvl3pPr algn="l">
              <a:defRPr sz="2325" b="1">
                <a:solidFill>
                  <a:srgbClr val="F2F7FA"/>
                </a:solidFill>
                <a:latin typeface="Arial"/>
                <a:ea typeface="Arial"/>
                <a:cs typeface="Arial"/>
              </a:defRPr>
            </a:lvl3pPr>
            <a:lvl4pPr algn="l">
              <a:defRPr sz="2325" b="1">
                <a:solidFill>
                  <a:srgbClr val="F2F7FA"/>
                </a:solidFill>
                <a:latin typeface="Arial"/>
                <a:ea typeface="Arial"/>
                <a:cs typeface="Arial"/>
              </a:defRPr>
            </a:lvl4pPr>
            <a:lvl5pPr algn="l">
              <a:defRPr sz="2325" b="1">
                <a:solidFill>
                  <a:srgbClr val="F2F7FA"/>
                </a:solidFill>
                <a:latin typeface="Arial"/>
                <a:ea typeface="Arial"/>
                <a:cs typeface="Arial"/>
              </a:defRPr>
            </a:lvl5pPr>
            <a:lvl6pPr algn="l">
              <a:defRPr sz="2325" b="1">
                <a:solidFill>
                  <a:srgbClr val="F2F7FA"/>
                </a:solidFill>
                <a:latin typeface="Arial"/>
                <a:ea typeface="Arial"/>
                <a:cs typeface="Arial"/>
              </a:defRPr>
            </a:lvl6pPr>
            <a:lvl7pPr algn="l">
              <a:defRPr sz="2325" b="1">
                <a:solidFill>
                  <a:srgbClr val="F2F7FA"/>
                </a:solidFill>
                <a:latin typeface="Arial"/>
                <a:ea typeface="Arial"/>
                <a:cs typeface="Arial"/>
              </a:defRPr>
            </a:lvl7pPr>
            <a:lvl8pPr algn="l">
              <a:defRPr sz="2325" b="1">
                <a:solidFill>
                  <a:srgbClr val="F2F7FA"/>
                </a:solidFill>
                <a:latin typeface="Arial"/>
                <a:ea typeface="Arial"/>
                <a:cs typeface="Arial"/>
              </a:defRPr>
            </a:lvl8pPr>
            <a:lvl9pPr algn="l">
              <a:defRPr sz="2325" b="1">
                <a:solidFill>
                  <a:srgbClr val="F2F7FA"/>
                </a:solidFill>
                <a:latin typeface="Arial"/>
                <a:ea typeface="Arial"/>
                <a:cs typeface="Arial"/>
              </a:defRPr>
            </a:lvl9pPr>
          </a:lstStyle>
          <a:p xmlns:a="http://schemas.openxmlformats.org/drawingml/2006/main">
            <a:pPr algn="l">
              <a:defRPr sz="2325" b="1">
                <a:solidFill>
                  <a:srgbClr val="F2F7FA"/>
                </a:solidFill>
                <a:latin typeface="Arial"/>
                <a:ea typeface="Arial"/>
                <a:cs typeface="Arial"/>
              </a:defRPr>
            </a:pPr>
            <a:r>
              <a:rPr sz="2325" b="1">
                <a:solidFill>
                  <a:srgbClr val="F2F7FA"/>
                </a:solidFill>
                <a:latin typeface="Arial"/>
                <a:ea typeface="Arial"/>
                <a:cs typeface="Arial"/>
              </a:rPr>
              <a:t>mₜ = median(xₜ₋W … xₜ₋₁)</a:t>
            </a:r>
          </a:p>
        </p:txBody>
      </p:sp>
      <p:sp>
        <p:nvSpPr>
          <p:cNvPr id="9" name="">
            <a:extLst xmlns:a="http://schemas.openxmlformats.org/drawingml/2006/main">
              <a:ext uri="{FF2B5EF4-FFF2-40B4-BE49-F238E27FC236}">
                <a16:creationId xmlns:a16="http://schemas.microsoft.com/office/drawing/2014/main" id="{14051184-D3D6-446E-8102-7D4E90E7DC8D}"/>
              </a:ext>
            </a:extLst>
          </p:cNvPr>
          <p:cNvSpPr>
            <a:spLocks xmlns:a="http://schemas.openxmlformats.org/drawingml/2006/main" noGrp="1"/>
          </p:cNvSpPr>
          <p:nvPr/>
        </p:nvSpPr>
        <p:spPr>
          <a:xfrm xmlns:a="http://schemas.openxmlformats.org/drawingml/2006/main">
            <a:off x="933450" y="3067050"/>
            <a:ext cx="5715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950" b="1">
                <a:solidFill>
                  <a:srgbClr val="F2F7FA"/>
                </a:solidFill>
                <a:latin typeface="Arial"/>
                <a:ea typeface="Arial"/>
                <a:cs typeface="Arial"/>
              </a:defRPr>
            </a:defPPr>
            <a:lvl1pPr algn="l">
              <a:defRPr sz="1950" b="1">
                <a:solidFill>
                  <a:srgbClr val="F2F7FA"/>
                </a:solidFill>
                <a:latin typeface="Arial"/>
                <a:ea typeface="Arial"/>
                <a:cs typeface="Arial"/>
              </a:defRPr>
            </a:lvl1pPr>
            <a:lvl2pPr algn="l">
              <a:defRPr sz="1950" b="1">
                <a:solidFill>
                  <a:srgbClr val="F2F7FA"/>
                </a:solidFill>
                <a:latin typeface="Arial"/>
                <a:ea typeface="Arial"/>
                <a:cs typeface="Arial"/>
              </a:defRPr>
            </a:lvl2pPr>
            <a:lvl3pPr algn="l">
              <a:defRPr sz="1950" b="1">
                <a:solidFill>
                  <a:srgbClr val="F2F7FA"/>
                </a:solidFill>
                <a:latin typeface="Arial"/>
                <a:ea typeface="Arial"/>
                <a:cs typeface="Arial"/>
              </a:defRPr>
            </a:lvl3pPr>
            <a:lvl4pPr algn="l">
              <a:defRPr sz="1950" b="1">
                <a:solidFill>
                  <a:srgbClr val="F2F7FA"/>
                </a:solidFill>
                <a:latin typeface="Arial"/>
                <a:ea typeface="Arial"/>
                <a:cs typeface="Arial"/>
              </a:defRPr>
            </a:lvl4pPr>
            <a:lvl5pPr algn="l">
              <a:defRPr sz="1950" b="1">
                <a:solidFill>
                  <a:srgbClr val="F2F7FA"/>
                </a:solidFill>
                <a:latin typeface="Arial"/>
                <a:ea typeface="Arial"/>
                <a:cs typeface="Arial"/>
              </a:defRPr>
            </a:lvl5pPr>
            <a:lvl6pPr algn="l">
              <a:defRPr sz="1950" b="1">
                <a:solidFill>
                  <a:srgbClr val="F2F7FA"/>
                </a:solidFill>
                <a:latin typeface="Arial"/>
                <a:ea typeface="Arial"/>
                <a:cs typeface="Arial"/>
              </a:defRPr>
            </a:lvl6pPr>
            <a:lvl7pPr algn="l">
              <a:defRPr sz="1950" b="1">
                <a:solidFill>
                  <a:srgbClr val="F2F7FA"/>
                </a:solidFill>
                <a:latin typeface="Arial"/>
                <a:ea typeface="Arial"/>
                <a:cs typeface="Arial"/>
              </a:defRPr>
            </a:lvl7pPr>
            <a:lvl8pPr algn="l">
              <a:defRPr sz="1950" b="1">
                <a:solidFill>
                  <a:srgbClr val="F2F7FA"/>
                </a:solidFill>
                <a:latin typeface="Arial"/>
                <a:ea typeface="Arial"/>
                <a:cs typeface="Arial"/>
              </a:defRPr>
            </a:lvl8pPr>
            <a:lvl9pPr algn="l">
              <a:defRPr sz="1950" b="1">
                <a:solidFill>
                  <a:srgbClr val="F2F7FA"/>
                </a:solidFill>
                <a:latin typeface="Arial"/>
                <a:ea typeface="Arial"/>
                <a:cs typeface="Arial"/>
              </a:defRPr>
            </a:lvl9pPr>
          </a:lstStyle>
          <a:p xmlns:a="http://schemas.openxmlformats.org/drawingml/2006/main">
            <a:pPr algn="l">
              <a:defRPr sz="1950" b="1">
                <a:solidFill>
                  <a:srgbClr val="F2F7FA"/>
                </a:solidFill>
                <a:latin typeface="Arial"/>
                <a:ea typeface="Arial"/>
                <a:cs typeface="Arial"/>
              </a:defRPr>
            </a:pPr>
            <a:r>
              <a:rPr sz="1950" b="1">
                <a:solidFill>
                  <a:srgbClr val="F2F7FA"/>
                </a:solidFill>
                <a:latin typeface="Arial"/>
                <a:ea typeface="Arial"/>
                <a:cs typeface="Arial"/>
              </a:rPr>
              <a:t>σ̂ₜ = max(1.4826 × MAD(past), 0.1)</a:t>
            </a:r>
          </a:p>
        </p:txBody>
      </p:sp>
      <p:sp>
        <p:nvSpPr>
          <p:cNvPr id="10" name="">
            <a:extLst xmlns:a="http://schemas.openxmlformats.org/drawingml/2006/main">
              <a:ext uri="{FF2B5EF4-FFF2-40B4-BE49-F238E27FC236}">
                <a16:creationId xmlns:a16="http://schemas.microsoft.com/office/drawing/2014/main" id="{A2201385-5A74-42F3-B900-0449905A1697}"/>
              </a:ext>
            </a:extLst>
          </p:cNvPr>
          <p:cNvSpPr>
            <a:spLocks xmlns:a="http://schemas.openxmlformats.org/drawingml/2006/main" noGrp="1"/>
          </p:cNvSpPr>
          <p:nvPr/>
        </p:nvSpPr>
        <p:spPr>
          <a:xfrm xmlns:a="http://schemas.openxmlformats.org/drawingml/2006/main">
            <a:off x="933450" y="3790950"/>
            <a:ext cx="5715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325" b="1">
                <a:solidFill>
                  <a:srgbClr val="F4B860"/>
                </a:solidFill>
                <a:latin typeface="Arial"/>
                <a:ea typeface="Arial"/>
                <a:cs typeface="Arial"/>
              </a:defRPr>
            </a:defPPr>
            <a:lvl1pPr algn="l">
              <a:defRPr sz="2325" b="1">
                <a:solidFill>
                  <a:srgbClr val="F4B860"/>
                </a:solidFill>
                <a:latin typeface="Arial"/>
                <a:ea typeface="Arial"/>
                <a:cs typeface="Arial"/>
              </a:defRPr>
            </a:lvl1pPr>
            <a:lvl2pPr algn="l">
              <a:defRPr sz="2325" b="1">
                <a:solidFill>
                  <a:srgbClr val="F4B860"/>
                </a:solidFill>
                <a:latin typeface="Arial"/>
                <a:ea typeface="Arial"/>
                <a:cs typeface="Arial"/>
              </a:defRPr>
            </a:lvl2pPr>
            <a:lvl3pPr algn="l">
              <a:defRPr sz="2325" b="1">
                <a:solidFill>
                  <a:srgbClr val="F4B860"/>
                </a:solidFill>
                <a:latin typeface="Arial"/>
                <a:ea typeface="Arial"/>
                <a:cs typeface="Arial"/>
              </a:defRPr>
            </a:lvl3pPr>
            <a:lvl4pPr algn="l">
              <a:defRPr sz="2325" b="1">
                <a:solidFill>
                  <a:srgbClr val="F4B860"/>
                </a:solidFill>
                <a:latin typeface="Arial"/>
                <a:ea typeface="Arial"/>
                <a:cs typeface="Arial"/>
              </a:defRPr>
            </a:lvl4pPr>
            <a:lvl5pPr algn="l">
              <a:defRPr sz="2325" b="1">
                <a:solidFill>
                  <a:srgbClr val="F4B860"/>
                </a:solidFill>
                <a:latin typeface="Arial"/>
                <a:ea typeface="Arial"/>
                <a:cs typeface="Arial"/>
              </a:defRPr>
            </a:lvl5pPr>
            <a:lvl6pPr algn="l">
              <a:defRPr sz="2325" b="1">
                <a:solidFill>
                  <a:srgbClr val="F4B860"/>
                </a:solidFill>
                <a:latin typeface="Arial"/>
                <a:ea typeface="Arial"/>
                <a:cs typeface="Arial"/>
              </a:defRPr>
            </a:lvl6pPr>
            <a:lvl7pPr algn="l">
              <a:defRPr sz="2325" b="1">
                <a:solidFill>
                  <a:srgbClr val="F4B860"/>
                </a:solidFill>
                <a:latin typeface="Arial"/>
                <a:ea typeface="Arial"/>
                <a:cs typeface="Arial"/>
              </a:defRPr>
            </a:lvl7pPr>
            <a:lvl8pPr algn="l">
              <a:defRPr sz="2325" b="1">
                <a:solidFill>
                  <a:srgbClr val="F4B860"/>
                </a:solidFill>
                <a:latin typeface="Arial"/>
                <a:ea typeface="Arial"/>
                <a:cs typeface="Arial"/>
              </a:defRPr>
            </a:lvl8pPr>
            <a:lvl9pPr algn="l">
              <a:defRPr sz="2325" b="1">
                <a:solidFill>
                  <a:srgbClr val="F4B860"/>
                </a:solidFill>
                <a:latin typeface="Arial"/>
                <a:ea typeface="Arial"/>
                <a:cs typeface="Arial"/>
              </a:defRPr>
            </a:lvl9pPr>
          </a:lstStyle>
          <a:p xmlns:a="http://schemas.openxmlformats.org/drawingml/2006/main">
            <a:pPr algn="l">
              <a:defRPr sz="2325" b="1">
                <a:solidFill>
                  <a:srgbClr val="F4B860"/>
                </a:solidFill>
                <a:latin typeface="Arial"/>
                <a:ea typeface="Arial"/>
                <a:cs typeface="Arial"/>
              </a:defRPr>
            </a:pPr>
            <a:r>
              <a:rPr sz="2325" b="1">
                <a:solidFill>
                  <a:srgbClr val="F4B860"/>
                </a:solidFill>
                <a:latin typeface="Arial"/>
                <a:ea typeface="Arial"/>
                <a:cs typeface="Arial"/>
              </a:rPr>
              <a:t>scoreₜ = |xₜ − mₜ| / σ̂ₜ</a:t>
            </a:r>
          </a:p>
        </p:txBody>
      </p:sp>
      <p:sp>
        <p:nvSpPr>
          <p:cNvPr id="11" name="">
            <a:extLst xmlns:a="http://schemas.openxmlformats.org/drawingml/2006/main">
              <a:ext uri="{FF2B5EF4-FFF2-40B4-BE49-F238E27FC236}">
                <a16:creationId xmlns:a16="http://schemas.microsoft.com/office/drawing/2014/main" id="{B2A9A945-121F-4B11-A9A0-464C2BC7AE76}"/>
              </a:ext>
            </a:extLst>
          </p:cNvPr>
          <p:cNvSpPr>
            <a:spLocks xmlns:a="http://schemas.openxmlformats.org/drawingml/2006/main" noGrp="1"/>
          </p:cNvSpPr>
          <p:nvPr/>
        </p:nvSpPr>
        <p:spPr>
          <a:xfrm xmlns:a="http://schemas.openxmlformats.org/drawingml/2006/main">
            <a:off x="933450" y="4543425"/>
            <a:ext cx="571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F2F7FA"/>
                </a:solidFill>
                <a:latin typeface="Arial"/>
                <a:ea typeface="Arial"/>
                <a:cs typeface="Arial"/>
              </a:defRPr>
            </a:defPPr>
            <a:lvl1pPr algn="l">
              <a:defRPr sz="1650" b="1">
                <a:solidFill>
                  <a:srgbClr val="F2F7FA"/>
                </a:solidFill>
                <a:latin typeface="Arial"/>
                <a:ea typeface="Arial"/>
                <a:cs typeface="Arial"/>
              </a:defRPr>
            </a:lvl1pPr>
            <a:lvl2pPr algn="l">
              <a:defRPr sz="1650" b="1">
                <a:solidFill>
                  <a:srgbClr val="F2F7FA"/>
                </a:solidFill>
                <a:latin typeface="Arial"/>
                <a:ea typeface="Arial"/>
                <a:cs typeface="Arial"/>
              </a:defRPr>
            </a:lvl2pPr>
            <a:lvl3pPr algn="l">
              <a:defRPr sz="1650" b="1">
                <a:solidFill>
                  <a:srgbClr val="F2F7FA"/>
                </a:solidFill>
                <a:latin typeface="Arial"/>
                <a:ea typeface="Arial"/>
                <a:cs typeface="Arial"/>
              </a:defRPr>
            </a:lvl3pPr>
            <a:lvl4pPr algn="l">
              <a:defRPr sz="1650" b="1">
                <a:solidFill>
                  <a:srgbClr val="F2F7FA"/>
                </a:solidFill>
                <a:latin typeface="Arial"/>
                <a:ea typeface="Arial"/>
                <a:cs typeface="Arial"/>
              </a:defRPr>
            </a:lvl4pPr>
            <a:lvl5pPr algn="l">
              <a:defRPr sz="1650" b="1">
                <a:solidFill>
                  <a:srgbClr val="F2F7FA"/>
                </a:solidFill>
                <a:latin typeface="Arial"/>
                <a:ea typeface="Arial"/>
                <a:cs typeface="Arial"/>
              </a:defRPr>
            </a:lvl5pPr>
            <a:lvl6pPr algn="l">
              <a:defRPr sz="1650" b="1">
                <a:solidFill>
                  <a:srgbClr val="F2F7FA"/>
                </a:solidFill>
                <a:latin typeface="Arial"/>
                <a:ea typeface="Arial"/>
                <a:cs typeface="Arial"/>
              </a:defRPr>
            </a:lvl6pPr>
            <a:lvl7pPr algn="l">
              <a:defRPr sz="1650" b="1">
                <a:solidFill>
                  <a:srgbClr val="F2F7FA"/>
                </a:solidFill>
                <a:latin typeface="Arial"/>
                <a:ea typeface="Arial"/>
                <a:cs typeface="Arial"/>
              </a:defRPr>
            </a:lvl7pPr>
            <a:lvl8pPr algn="l">
              <a:defRPr sz="1650" b="1">
                <a:solidFill>
                  <a:srgbClr val="F2F7FA"/>
                </a:solidFill>
                <a:latin typeface="Arial"/>
                <a:ea typeface="Arial"/>
                <a:cs typeface="Arial"/>
              </a:defRPr>
            </a:lvl8pPr>
            <a:lvl9pPr algn="l">
              <a:defRPr sz="1650" b="1">
                <a:solidFill>
                  <a:srgbClr val="F2F7FA"/>
                </a:solidFill>
                <a:latin typeface="Arial"/>
                <a:ea typeface="Arial"/>
                <a:cs typeface="Arial"/>
              </a:defRPr>
            </a:lvl9pPr>
          </a:lstStyle>
          <a:p xmlns:a="http://schemas.openxmlformats.org/drawingml/2006/main">
            <a:pPr algn="l">
              <a:defRPr sz="1650" b="1">
                <a:solidFill>
                  <a:srgbClr val="F2F7FA"/>
                </a:solidFill>
                <a:latin typeface="Arial"/>
                <a:ea typeface="Arial"/>
                <a:cs typeface="Arial"/>
              </a:defRPr>
            </a:pPr>
            <a:r>
              <a:rPr sz="1650" b="1">
                <a:solidFill>
                  <a:srgbClr val="F2F7FA"/>
                </a:solidFill>
                <a:latin typeface="Arial"/>
                <a:ea typeface="Arial"/>
                <a:cs typeface="Arial"/>
              </a:rPr>
              <a:t>ANOMALOUS when score ≥ 4.0 and ready</a:t>
            </a:r>
          </a:p>
        </p:txBody>
      </p:sp>
      <p:sp>
        <p:nvSpPr>
          <p:cNvPr id="12" name="">
            <a:extLst xmlns:a="http://schemas.openxmlformats.org/drawingml/2006/main">
              <a:ext uri="{FF2B5EF4-FFF2-40B4-BE49-F238E27FC236}">
                <a16:creationId xmlns:a16="http://schemas.microsoft.com/office/drawing/2014/main" id="{13C697AB-43A1-472D-82CA-9A6C14D17148}"/>
              </a:ext>
            </a:extLst>
          </p:cNvPr>
          <p:cNvSpPr>
            <a:spLocks xmlns:a="http://schemas.openxmlformats.org/drawingml/2006/main" noGrp="1"/>
          </p:cNvSpPr>
          <p:nvPr/>
        </p:nvSpPr>
        <p:spPr>
          <a:xfrm xmlns:a="http://schemas.openxmlformats.org/drawingml/2006/main">
            <a:off x="933450" y="5010150"/>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B2C4CF"/>
                </a:solidFill>
                <a:latin typeface="Arial"/>
                <a:ea typeface="Arial"/>
                <a:cs typeface="Arial"/>
              </a:defRPr>
            </a:defPPr>
            <a:lvl1pPr algn="l">
              <a:defRPr sz="1350" b="0">
                <a:solidFill>
                  <a:srgbClr val="B2C4CF"/>
                </a:solidFill>
                <a:latin typeface="Arial"/>
                <a:ea typeface="Arial"/>
                <a:cs typeface="Arial"/>
              </a:defRPr>
            </a:lvl1pPr>
            <a:lvl2pPr algn="l">
              <a:defRPr sz="1350" b="0">
                <a:solidFill>
                  <a:srgbClr val="B2C4CF"/>
                </a:solidFill>
                <a:latin typeface="Arial"/>
                <a:ea typeface="Arial"/>
                <a:cs typeface="Arial"/>
              </a:defRPr>
            </a:lvl2pPr>
            <a:lvl3pPr algn="l">
              <a:defRPr sz="1350" b="0">
                <a:solidFill>
                  <a:srgbClr val="B2C4CF"/>
                </a:solidFill>
                <a:latin typeface="Arial"/>
                <a:ea typeface="Arial"/>
                <a:cs typeface="Arial"/>
              </a:defRPr>
            </a:lvl3pPr>
            <a:lvl4pPr algn="l">
              <a:defRPr sz="1350" b="0">
                <a:solidFill>
                  <a:srgbClr val="B2C4CF"/>
                </a:solidFill>
                <a:latin typeface="Arial"/>
                <a:ea typeface="Arial"/>
                <a:cs typeface="Arial"/>
              </a:defRPr>
            </a:lvl4pPr>
            <a:lvl5pPr algn="l">
              <a:defRPr sz="1350" b="0">
                <a:solidFill>
                  <a:srgbClr val="B2C4CF"/>
                </a:solidFill>
                <a:latin typeface="Arial"/>
                <a:ea typeface="Arial"/>
                <a:cs typeface="Arial"/>
              </a:defRPr>
            </a:lvl5pPr>
            <a:lvl6pPr algn="l">
              <a:defRPr sz="1350" b="0">
                <a:solidFill>
                  <a:srgbClr val="B2C4CF"/>
                </a:solidFill>
                <a:latin typeface="Arial"/>
                <a:ea typeface="Arial"/>
                <a:cs typeface="Arial"/>
              </a:defRPr>
            </a:lvl6pPr>
            <a:lvl7pPr algn="l">
              <a:defRPr sz="1350" b="0">
                <a:solidFill>
                  <a:srgbClr val="B2C4CF"/>
                </a:solidFill>
                <a:latin typeface="Arial"/>
                <a:ea typeface="Arial"/>
                <a:cs typeface="Arial"/>
              </a:defRPr>
            </a:lvl7pPr>
            <a:lvl8pPr algn="l">
              <a:defRPr sz="1350" b="0">
                <a:solidFill>
                  <a:srgbClr val="B2C4CF"/>
                </a:solidFill>
                <a:latin typeface="Arial"/>
                <a:ea typeface="Arial"/>
                <a:cs typeface="Arial"/>
              </a:defRPr>
            </a:lvl8pPr>
            <a:lvl9pPr algn="l">
              <a:defRPr sz="1350" b="0">
                <a:solidFill>
                  <a:srgbClr val="B2C4CF"/>
                </a:solidFill>
                <a:latin typeface="Arial"/>
                <a:ea typeface="Arial"/>
                <a:cs typeface="Arial"/>
              </a:defRPr>
            </a:lvl9pPr>
          </a:lstStyle>
          <a:p xmlns:a="http://schemas.openxmlformats.org/drawingml/2006/main">
            <a:pPr algn="l">
              <a:defRPr sz="1350" b="0">
                <a:solidFill>
                  <a:srgbClr val="B2C4CF"/>
                </a:solidFill>
                <a:latin typeface="Arial"/>
                <a:ea typeface="Arial"/>
                <a:cs typeface="Arial"/>
              </a:defRPr>
            </a:pPr>
            <a:r>
              <a:rPr sz="1350" b="0">
                <a:solidFill>
                  <a:srgbClr val="B2C4CF"/>
                </a:solidFill>
                <a:latin typeface="Arial"/>
                <a:ea typeface="Arial"/>
                <a:cs typeface="Arial"/>
              </a:rPr>
              <a:t>Then append xₜ to bounded history.</a:t>
            </a:r>
          </a:p>
        </p:txBody>
      </p:sp>
      <p:sp>
        <p:nvSpPr>
          <p:cNvPr id="13" name="">
            <a:extLst xmlns:a="http://schemas.openxmlformats.org/drawingml/2006/main">
              <a:ext uri="{FF2B5EF4-FFF2-40B4-BE49-F238E27FC236}">
                <a16:creationId xmlns:a16="http://schemas.microsoft.com/office/drawing/2014/main" id="{9E3BE043-6A18-4A30-9F26-90A3C53D98C1}"/>
              </a:ext>
            </a:extLst>
          </p:cNvPr>
          <p:cNvSpPr>
            <a:spLocks xmlns:a="http://schemas.openxmlformats.org/drawingml/2006/main" noGrp="1"/>
          </p:cNvSpPr>
          <p:nvPr/>
        </p:nvSpPr>
        <p:spPr>
          <a:xfrm xmlns:a="http://schemas.openxmlformats.org/drawingml/2006/main">
            <a:off x="7515225" y="1504950"/>
            <a:ext cx="4029075" cy="4000500"/>
          </a:xfrm>
          <a:prstGeom xmlns:a="http://schemas.openxmlformats.org/drawingml/2006/main" prst="roundRect">
            <a:avLst>
              <a:gd name="adj" fmla="val 1905"/>
            </a:avLst>
          </a:prstGeom>
          <a:solidFill xmlns:a="http://schemas.openxmlformats.org/drawingml/2006/main">
            <a:srgbClr val="102332"/>
          </a:solidFill>
          <a:ln xmlns:a="http://schemas.openxmlformats.org/drawingml/2006/main" w="9525">
            <a:solidFill>
              <a:srgbClr val="284455"/>
            </a:solidFill>
            <a:prstDash val="solid"/>
          </a:ln>
        </p:spPr>
      </p:sp>
      <p:sp>
        <p:nvSpPr>
          <p:cNvPr id="14" name="">
            <a:extLst xmlns:a="http://schemas.openxmlformats.org/drawingml/2006/main">
              <a:ext uri="{FF2B5EF4-FFF2-40B4-BE49-F238E27FC236}">
                <a16:creationId xmlns:a16="http://schemas.microsoft.com/office/drawing/2014/main" id="{96476151-B0BA-44AC-82DB-F6D9364C473E}"/>
              </a:ext>
            </a:extLst>
          </p:cNvPr>
          <p:cNvSpPr>
            <a:spLocks xmlns:a="http://schemas.openxmlformats.org/drawingml/2006/main" noGrp="1"/>
          </p:cNvSpPr>
          <p:nvPr/>
        </p:nvSpPr>
        <p:spPr>
          <a:xfrm xmlns:a="http://schemas.openxmlformats.org/drawingml/2006/main">
            <a:off x="7515225" y="1504950"/>
            <a:ext cx="38100" cy="4000500"/>
          </a:xfrm>
          <a:prstGeom xmlns:a="http://schemas.openxmlformats.org/drawingml/2006/main" prst="rect">
            <a:avLst/>
          </a:prstGeom>
          <a:solidFill xmlns:a="http://schemas.openxmlformats.org/drawingml/2006/main">
            <a:srgbClr val="F4B860"/>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568B3A71-4957-481F-9B48-3DB9A36E856D}"/>
              </a:ext>
            </a:extLst>
          </p:cNvPr>
          <p:cNvSpPr>
            <a:spLocks xmlns:a="http://schemas.openxmlformats.org/drawingml/2006/main" noGrp="1"/>
          </p:cNvSpPr>
          <p:nvPr/>
        </p:nvSpPr>
        <p:spPr>
          <a:xfrm xmlns:a="http://schemas.openxmlformats.org/drawingml/2006/main">
            <a:off x="7772400" y="1752600"/>
            <a:ext cx="347662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1">
                <a:solidFill>
                  <a:srgbClr val="F4B860"/>
                </a:solidFill>
                <a:latin typeface="Arial"/>
                <a:ea typeface="Arial"/>
                <a:cs typeface="Arial"/>
              </a:defRPr>
            </a:defPPr>
            <a:lvl1pPr algn="l">
              <a:defRPr sz="1275" b="1">
                <a:solidFill>
                  <a:srgbClr val="F4B860"/>
                </a:solidFill>
                <a:latin typeface="Arial"/>
                <a:ea typeface="Arial"/>
                <a:cs typeface="Arial"/>
              </a:defRPr>
            </a:lvl1pPr>
            <a:lvl2pPr algn="l">
              <a:defRPr sz="1275" b="1">
                <a:solidFill>
                  <a:srgbClr val="F4B860"/>
                </a:solidFill>
                <a:latin typeface="Arial"/>
                <a:ea typeface="Arial"/>
                <a:cs typeface="Arial"/>
              </a:defRPr>
            </a:lvl2pPr>
            <a:lvl3pPr algn="l">
              <a:defRPr sz="1275" b="1">
                <a:solidFill>
                  <a:srgbClr val="F4B860"/>
                </a:solidFill>
                <a:latin typeface="Arial"/>
                <a:ea typeface="Arial"/>
                <a:cs typeface="Arial"/>
              </a:defRPr>
            </a:lvl3pPr>
            <a:lvl4pPr algn="l">
              <a:defRPr sz="1275" b="1">
                <a:solidFill>
                  <a:srgbClr val="F4B860"/>
                </a:solidFill>
                <a:latin typeface="Arial"/>
                <a:ea typeface="Arial"/>
                <a:cs typeface="Arial"/>
              </a:defRPr>
            </a:lvl4pPr>
            <a:lvl5pPr algn="l">
              <a:defRPr sz="1275" b="1">
                <a:solidFill>
                  <a:srgbClr val="F4B860"/>
                </a:solidFill>
                <a:latin typeface="Arial"/>
                <a:ea typeface="Arial"/>
                <a:cs typeface="Arial"/>
              </a:defRPr>
            </a:lvl5pPr>
            <a:lvl6pPr algn="l">
              <a:defRPr sz="1275" b="1">
                <a:solidFill>
                  <a:srgbClr val="F4B860"/>
                </a:solidFill>
                <a:latin typeface="Arial"/>
                <a:ea typeface="Arial"/>
                <a:cs typeface="Arial"/>
              </a:defRPr>
            </a:lvl6pPr>
            <a:lvl7pPr algn="l">
              <a:defRPr sz="1275" b="1">
                <a:solidFill>
                  <a:srgbClr val="F4B860"/>
                </a:solidFill>
                <a:latin typeface="Arial"/>
                <a:ea typeface="Arial"/>
                <a:cs typeface="Arial"/>
              </a:defRPr>
            </a:lvl7pPr>
            <a:lvl8pPr algn="l">
              <a:defRPr sz="1275" b="1">
                <a:solidFill>
                  <a:srgbClr val="F4B860"/>
                </a:solidFill>
                <a:latin typeface="Arial"/>
                <a:ea typeface="Arial"/>
                <a:cs typeface="Arial"/>
              </a:defRPr>
            </a:lvl8pPr>
            <a:lvl9pPr algn="l">
              <a:defRPr sz="1275" b="1">
                <a:solidFill>
                  <a:srgbClr val="F4B860"/>
                </a:solidFill>
                <a:latin typeface="Arial"/>
                <a:ea typeface="Arial"/>
                <a:cs typeface="Arial"/>
              </a:defRPr>
            </a:lvl9pPr>
          </a:lstStyle>
          <a:p xmlns:a="http://schemas.openxmlformats.org/drawingml/2006/main">
            <a:pPr algn="l">
              <a:defRPr sz="1275" b="1">
                <a:solidFill>
                  <a:srgbClr val="F4B860"/>
                </a:solidFill>
                <a:latin typeface="Arial"/>
                <a:ea typeface="Arial"/>
                <a:cs typeface="Arial"/>
              </a:defRPr>
            </a:pPr>
            <a:r>
              <a:rPr sz="1275" b="1">
                <a:solidFill>
                  <a:srgbClr val="F4B860"/>
                </a:solidFill>
                <a:latin typeface="Arial"/>
                <a:ea typeface="Arial"/>
                <a:cs typeface="Arial"/>
              </a:rPr>
              <a:t>DEMO CONFIG</a:t>
            </a:r>
          </a:p>
        </p:txBody>
      </p:sp>
      <p:sp>
        <p:nvSpPr>
          <p:cNvPr id="16" name="">
            <a:extLst xmlns:a="http://schemas.openxmlformats.org/drawingml/2006/main">
              <a:ext uri="{FF2B5EF4-FFF2-40B4-BE49-F238E27FC236}">
                <a16:creationId xmlns:a16="http://schemas.microsoft.com/office/drawing/2014/main" id="{C7339795-A6F5-4B9F-9401-240B527B157E}"/>
              </a:ext>
            </a:extLst>
          </p:cNvPr>
          <p:cNvSpPr>
            <a:spLocks xmlns:a="http://schemas.openxmlformats.org/drawingml/2006/main" noGrp="1"/>
          </p:cNvSpPr>
          <p:nvPr/>
        </p:nvSpPr>
        <p:spPr>
          <a:xfrm xmlns:a="http://schemas.openxmlformats.org/drawingml/2006/main">
            <a:off x="7791450" y="2314575"/>
            <a:ext cx="2238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0">
                <a:solidFill>
                  <a:srgbClr val="B2C4CF"/>
                </a:solidFill>
                <a:latin typeface="Arial"/>
                <a:ea typeface="Arial"/>
                <a:cs typeface="Arial"/>
              </a:defRPr>
            </a:defPPr>
            <a:lvl1pPr algn="l">
              <a:defRPr sz="1500" b="0">
                <a:solidFill>
                  <a:srgbClr val="B2C4CF"/>
                </a:solidFill>
                <a:latin typeface="Arial"/>
                <a:ea typeface="Arial"/>
                <a:cs typeface="Arial"/>
              </a:defRPr>
            </a:lvl1pPr>
            <a:lvl2pPr algn="l">
              <a:defRPr sz="1500" b="0">
                <a:solidFill>
                  <a:srgbClr val="B2C4CF"/>
                </a:solidFill>
                <a:latin typeface="Arial"/>
                <a:ea typeface="Arial"/>
                <a:cs typeface="Arial"/>
              </a:defRPr>
            </a:lvl2pPr>
            <a:lvl3pPr algn="l">
              <a:defRPr sz="1500" b="0">
                <a:solidFill>
                  <a:srgbClr val="B2C4CF"/>
                </a:solidFill>
                <a:latin typeface="Arial"/>
                <a:ea typeface="Arial"/>
                <a:cs typeface="Arial"/>
              </a:defRPr>
            </a:lvl3pPr>
            <a:lvl4pPr algn="l">
              <a:defRPr sz="1500" b="0">
                <a:solidFill>
                  <a:srgbClr val="B2C4CF"/>
                </a:solidFill>
                <a:latin typeface="Arial"/>
                <a:ea typeface="Arial"/>
                <a:cs typeface="Arial"/>
              </a:defRPr>
            </a:lvl4pPr>
            <a:lvl5pPr algn="l">
              <a:defRPr sz="1500" b="0">
                <a:solidFill>
                  <a:srgbClr val="B2C4CF"/>
                </a:solidFill>
                <a:latin typeface="Arial"/>
                <a:ea typeface="Arial"/>
                <a:cs typeface="Arial"/>
              </a:defRPr>
            </a:lvl5pPr>
            <a:lvl6pPr algn="l">
              <a:defRPr sz="1500" b="0">
                <a:solidFill>
                  <a:srgbClr val="B2C4CF"/>
                </a:solidFill>
                <a:latin typeface="Arial"/>
                <a:ea typeface="Arial"/>
                <a:cs typeface="Arial"/>
              </a:defRPr>
            </a:lvl6pPr>
            <a:lvl7pPr algn="l">
              <a:defRPr sz="1500" b="0">
                <a:solidFill>
                  <a:srgbClr val="B2C4CF"/>
                </a:solidFill>
                <a:latin typeface="Arial"/>
                <a:ea typeface="Arial"/>
                <a:cs typeface="Arial"/>
              </a:defRPr>
            </a:lvl7pPr>
            <a:lvl8pPr algn="l">
              <a:defRPr sz="1500" b="0">
                <a:solidFill>
                  <a:srgbClr val="B2C4CF"/>
                </a:solidFill>
                <a:latin typeface="Arial"/>
                <a:ea typeface="Arial"/>
                <a:cs typeface="Arial"/>
              </a:defRPr>
            </a:lvl8pPr>
            <a:lvl9pPr algn="l">
              <a:defRPr sz="1500" b="0">
                <a:solidFill>
                  <a:srgbClr val="B2C4CF"/>
                </a:solidFill>
                <a:latin typeface="Arial"/>
                <a:ea typeface="Arial"/>
                <a:cs typeface="Arial"/>
              </a:defRPr>
            </a:lvl9pPr>
          </a:lstStyle>
          <a:p xmlns:a="http://schemas.openxmlformats.org/drawingml/2006/main">
            <a:pPr algn="l">
              <a:defRPr sz="1500" b="0">
                <a:solidFill>
                  <a:srgbClr val="B2C4CF"/>
                </a:solidFill>
                <a:latin typeface="Arial"/>
                <a:ea typeface="Arial"/>
                <a:cs typeface="Arial"/>
              </a:defRPr>
            </a:pPr>
            <a:r>
              <a:rPr sz="1500" b="0">
                <a:solidFill>
                  <a:srgbClr val="B2C4CF"/>
                </a:solidFill>
                <a:latin typeface="Arial"/>
                <a:ea typeface="Arial"/>
                <a:cs typeface="Arial"/>
              </a:rPr>
              <a:t>Window W</a:t>
            </a:r>
          </a:p>
        </p:txBody>
      </p:sp>
      <p:sp>
        <p:nvSpPr>
          <p:cNvPr id="17" name="">
            <a:extLst xmlns:a="http://schemas.openxmlformats.org/drawingml/2006/main">
              <a:ext uri="{FF2B5EF4-FFF2-40B4-BE49-F238E27FC236}">
                <a16:creationId xmlns:a16="http://schemas.microsoft.com/office/drawing/2014/main" id="{B19C5A4D-BAFD-4124-8DFE-0B13ABFDAE3F}"/>
              </a:ext>
            </a:extLst>
          </p:cNvPr>
          <p:cNvSpPr>
            <a:spLocks xmlns:a="http://schemas.openxmlformats.org/drawingml/2006/main" noGrp="1"/>
          </p:cNvSpPr>
          <p:nvPr/>
        </p:nvSpPr>
        <p:spPr>
          <a:xfrm xmlns:a="http://schemas.openxmlformats.org/drawingml/2006/main">
            <a:off x="10115550" y="2314575"/>
            <a:ext cx="1104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650" b="1">
                <a:solidFill>
                  <a:srgbClr val="F2F7FA"/>
                </a:solidFill>
                <a:latin typeface="Arial"/>
                <a:ea typeface="Arial"/>
                <a:cs typeface="Arial"/>
              </a:defRPr>
            </a:defPPr>
            <a:lvl1pPr algn="r">
              <a:defRPr sz="1650" b="1">
                <a:solidFill>
                  <a:srgbClr val="F2F7FA"/>
                </a:solidFill>
                <a:latin typeface="Arial"/>
                <a:ea typeface="Arial"/>
                <a:cs typeface="Arial"/>
              </a:defRPr>
            </a:lvl1pPr>
            <a:lvl2pPr algn="r">
              <a:defRPr sz="1650" b="1">
                <a:solidFill>
                  <a:srgbClr val="F2F7FA"/>
                </a:solidFill>
                <a:latin typeface="Arial"/>
                <a:ea typeface="Arial"/>
                <a:cs typeface="Arial"/>
              </a:defRPr>
            </a:lvl2pPr>
            <a:lvl3pPr algn="r">
              <a:defRPr sz="1650" b="1">
                <a:solidFill>
                  <a:srgbClr val="F2F7FA"/>
                </a:solidFill>
                <a:latin typeface="Arial"/>
                <a:ea typeface="Arial"/>
                <a:cs typeface="Arial"/>
              </a:defRPr>
            </a:lvl3pPr>
            <a:lvl4pPr algn="r">
              <a:defRPr sz="1650" b="1">
                <a:solidFill>
                  <a:srgbClr val="F2F7FA"/>
                </a:solidFill>
                <a:latin typeface="Arial"/>
                <a:ea typeface="Arial"/>
                <a:cs typeface="Arial"/>
              </a:defRPr>
            </a:lvl4pPr>
            <a:lvl5pPr algn="r">
              <a:defRPr sz="1650" b="1">
                <a:solidFill>
                  <a:srgbClr val="F2F7FA"/>
                </a:solidFill>
                <a:latin typeface="Arial"/>
                <a:ea typeface="Arial"/>
                <a:cs typeface="Arial"/>
              </a:defRPr>
            </a:lvl5pPr>
            <a:lvl6pPr algn="r">
              <a:defRPr sz="1650" b="1">
                <a:solidFill>
                  <a:srgbClr val="F2F7FA"/>
                </a:solidFill>
                <a:latin typeface="Arial"/>
                <a:ea typeface="Arial"/>
                <a:cs typeface="Arial"/>
              </a:defRPr>
            </a:lvl6pPr>
            <a:lvl7pPr algn="r">
              <a:defRPr sz="1650" b="1">
                <a:solidFill>
                  <a:srgbClr val="F2F7FA"/>
                </a:solidFill>
                <a:latin typeface="Arial"/>
                <a:ea typeface="Arial"/>
                <a:cs typeface="Arial"/>
              </a:defRPr>
            </a:lvl7pPr>
            <a:lvl8pPr algn="r">
              <a:defRPr sz="1650" b="1">
                <a:solidFill>
                  <a:srgbClr val="F2F7FA"/>
                </a:solidFill>
                <a:latin typeface="Arial"/>
                <a:ea typeface="Arial"/>
                <a:cs typeface="Arial"/>
              </a:defRPr>
            </a:lvl8pPr>
            <a:lvl9pPr algn="r">
              <a:defRPr sz="1650" b="1">
                <a:solidFill>
                  <a:srgbClr val="F2F7FA"/>
                </a:solidFill>
                <a:latin typeface="Arial"/>
                <a:ea typeface="Arial"/>
                <a:cs typeface="Arial"/>
              </a:defRPr>
            </a:lvl9pPr>
          </a:lstStyle>
          <a:p xmlns:a="http://schemas.openxmlformats.org/drawingml/2006/main">
            <a:pPr algn="r">
              <a:defRPr sz="1650" b="1">
                <a:solidFill>
                  <a:srgbClr val="F2F7FA"/>
                </a:solidFill>
                <a:latin typeface="Arial"/>
                <a:ea typeface="Arial"/>
                <a:cs typeface="Arial"/>
              </a:defRPr>
            </a:pPr>
            <a:r>
              <a:rPr sz="1650" b="1">
                <a:solidFill>
                  <a:srgbClr val="F2F7FA"/>
                </a:solidFill>
                <a:latin typeface="Arial"/>
                <a:ea typeface="Arial"/>
                <a:cs typeface="Arial"/>
              </a:rPr>
              <a:t>32</a:t>
            </a:r>
          </a:p>
        </p:txBody>
      </p:sp>
      <p:sp>
        <p:nvSpPr>
          <p:cNvPr id="18" name="">
            <a:extLst xmlns:a="http://schemas.openxmlformats.org/drawingml/2006/main">
              <a:ext uri="{FF2B5EF4-FFF2-40B4-BE49-F238E27FC236}">
                <a16:creationId xmlns:a16="http://schemas.microsoft.com/office/drawing/2014/main" id="{DF44568F-39B4-4309-A544-6914606DEEB0}"/>
              </a:ext>
            </a:extLst>
          </p:cNvPr>
          <p:cNvSpPr>
            <a:spLocks xmlns:a="http://schemas.openxmlformats.org/drawingml/2006/main" noGrp="1"/>
          </p:cNvSpPr>
          <p:nvPr/>
        </p:nvSpPr>
        <p:spPr>
          <a:xfrm xmlns:a="http://schemas.openxmlformats.org/drawingml/2006/main">
            <a:off x="7791450" y="2667000"/>
            <a:ext cx="3429000" cy="9525"/>
          </a:xfrm>
          <a:prstGeom xmlns:a="http://schemas.openxmlformats.org/drawingml/2006/main" prst="rect">
            <a:avLst/>
          </a:prstGeom>
          <a:solidFill xmlns:a="http://schemas.openxmlformats.org/drawingml/2006/main">
            <a:srgbClr val="284455"/>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EBF3D5B2-A505-4B3E-A18A-7136799CCCC1}"/>
              </a:ext>
            </a:extLst>
          </p:cNvPr>
          <p:cNvSpPr>
            <a:spLocks xmlns:a="http://schemas.openxmlformats.org/drawingml/2006/main" noGrp="1"/>
          </p:cNvSpPr>
          <p:nvPr/>
        </p:nvSpPr>
        <p:spPr>
          <a:xfrm xmlns:a="http://schemas.openxmlformats.org/drawingml/2006/main">
            <a:off x="7791450" y="2857500"/>
            <a:ext cx="2238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0">
                <a:solidFill>
                  <a:srgbClr val="B2C4CF"/>
                </a:solidFill>
                <a:latin typeface="Arial"/>
                <a:ea typeface="Arial"/>
                <a:cs typeface="Arial"/>
              </a:defRPr>
            </a:defPPr>
            <a:lvl1pPr algn="l">
              <a:defRPr sz="1500" b="0">
                <a:solidFill>
                  <a:srgbClr val="B2C4CF"/>
                </a:solidFill>
                <a:latin typeface="Arial"/>
                <a:ea typeface="Arial"/>
                <a:cs typeface="Arial"/>
              </a:defRPr>
            </a:lvl1pPr>
            <a:lvl2pPr algn="l">
              <a:defRPr sz="1500" b="0">
                <a:solidFill>
                  <a:srgbClr val="B2C4CF"/>
                </a:solidFill>
                <a:latin typeface="Arial"/>
                <a:ea typeface="Arial"/>
                <a:cs typeface="Arial"/>
              </a:defRPr>
            </a:lvl2pPr>
            <a:lvl3pPr algn="l">
              <a:defRPr sz="1500" b="0">
                <a:solidFill>
                  <a:srgbClr val="B2C4CF"/>
                </a:solidFill>
                <a:latin typeface="Arial"/>
                <a:ea typeface="Arial"/>
                <a:cs typeface="Arial"/>
              </a:defRPr>
            </a:lvl3pPr>
            <a:lvl4pPr algn="l">
              <a:defRPr sz="1500" b="0">
                <a:solidFill>
                  <a:srgbClr val="B2C4CF"/>
                </a:solidFill>
                <a:latin typeface="Arial"/>
                <a:ea typeface="Arial"/>
                <a:cs typeface="Arial"/>
              </a:defRPr>
            </a:lvl4pPr>
            <a:lvl5pPr algn="l">
              <a:defRPr sz="1500" b="0">
                <a:solidFill>
                  <a:srgbClr val="B2C4CF"/>
                </a:solidFill>
                <a:latin typeface="Arial"/>
                <a:ea typeface="Arial"/>
                <a:cs typeface="Arial"/>
              </a:defRPr>
            </a:lvl5pPr>
            <a:lvl6pPr algn="l">
              <a:defRPr sz="1500" b="0">
                <a:solidFill>
                  <a:srgbClr val="B2C4CF"/>
                </a:solidFill>
                <a:latin typeface="Arial"/>
                <a:ea typeface="Arial"/>
                <a:cs typeface="Arial"/>
              </a:defRPr>
            </a:lvl6pPr>
            <a:lvl7pPr algn="l">
              <a:defRPr sz="1500" b="0">
                <a:solidFill>
                  <a:srgbClr val="B2C4CF"/>
                </a:solidFill>
                <a:latin typeface="Arial"/>
                <a:ea typeface="Arial"/>
                <a:cs typeface="Arial"/>
              </a:defRPr>
            </a:lvl7pPr>
            <a:lvl8pPr algn="l">
              <a:defRPr sz="1500" b="0">
                <a:solidFill>
                  <a:srgbClr val="B2C4CF"/>
                </a:solidFill>
                <a:latin typeface="Arial"/>
                <a:ea typeface="Arial"/>
                <a:cs typeface="Arial"/>
              </a:defRPr>
            </a:lvl8pPr>
            <a:lvl9pPr algn="l">
              <a:defRPr sz="1500" b="0">
                <a:solidFill>
                  <a:srgbClr val="B2C4CF"/>
                </a:solidFill>
                <a:latin typeface="Arial"/>
                <a:ea typeface="Arial"/>
                <a:cs typeface="Arial"/>
              </a:defRPr>
            </a:lvl9pPr>
          </a:lstStyle>
          <a:p xmlns:a="http://schemas.openxmlformats.org/drawingml/2006/main">
            <a:pPr algn="l">
              <a:defRPr sz="1500" b="0">
                <a:solidFill>
                  <a:srgbClr val="B2C4CF"/>
                </a:solidFill>
                <a:latin typeface="Arial"/>
                <a:ea typeface="Arial"/>
                <a:cs typeface="Arial"/>
              </a:defRPr>
            </a:pPr>
            <a:r>
              <a:rPr sz="1500" b="0">
                <a:solidFill>
                  <a:srgbClr val="B2C4CF"/>
                </a:solidFill>
                <a:latin typeface="Arial"/>
                <a:ea typeface="Arial"/>
                <a:cs typeface="Arial"/>
              </a:rPr>
              <a:t>Minimum history</a:t>
            </a:r>
          </a:p>
        </p:txBody>
      </p:sp>
      <p:sp>
        <p:nvSpPr>
          <p:cNvPr id="20" name="">
            <a:extLst xmlns:a="http://schemas.openxmlformats.org/drawingml/2006/main">
              <a:ext uri="{FF2B5EF4-FFF2-40B4-BE49-F238E27FC236}">
                <a16:creationId xmlns:a16="http://schemas.microsoft.com/office/drawing/2014/main" id="{76C0C246-7A8F-4F4B-AFE2-F9881B4E3A0C}"/>
              </a:ext>
            </a:extLst>
          </p:cNvPr>
          <p:cNvSpPr>
            <a:spLocks xmlns:a="http://schemas.openxmlformats.org/drawingml/2006/main" noGrp="1"/>
          </p:cNvSpPr>
          <p:nvPr/>
        </p:nvSpPr>
        <p:spPr>
          <a:xfrm xmlns:a="http://schemas.openxmlformats.org/drawingml/2006/main">
            <a:off x="10115550" y="2857500"/>
            <a:ext cx="1104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650" b="1">
                <a:solidFill>
                  <a:srgbClr val="F2F7FA"/>
                </a:solidFill>
                <a:latin typeface="Arial"/>
                <a:ea typeface="Arial"/>
                <a:cs typeface="Arial"/>
              </a:defRPr>
            </a:defPPr>
            <a:lvl1pPr algn="r">
              <a:defRPr sz="1650" b="1">
                <a:solidFill>
                  <a:srgbClr val="F2F7FA"/>
                </a:solidFill>
                <a:latin typeface="Arial"/>
                <a:ea typeface="Arial"/>
                <a:cs typeface="Arial"/>
              </a:defRPr>
            </a:lvl1pPr>
            <a:lvl2pPr algn="r">
              <a:defRPr sz="1650" b="1">
                <a:solidFill>
                  <a:srgbClr val="F2F7FA"/>
                </a:solidFill>
                <a:latin typeface="Arial"/>
                <a:ea typeface="Arial"/>
                <a:cs typeface="Arial"/>
              </a:defRPr>
            </a:lvl2pPr>
            <a:lvl3pPr algn="r">
              <a:defRPr sz="1650" b="1">
                <a:solidFill>
                  <a:srgbClr val="F2F7FA"/>
                </a:solidFill>
                <a:latin typeface="Arial"/>
                <a:ea typeface="Arial"/>
                <a:cs typeface="Arial"/>
              </a:defRPr>
            </a:lvl3pPr>
            <a:lvl4pPr algn="r">
              <a:defRPr sz="1650" b="1">
                <a:solidFill>
                  <a:srgbClr val="F2F7FA"/>
                </a:solidFill>
                <a:latin typeface="Arial"/>
                <a:ea typeface="Arial"/>
                <a:cs typeface="Arial"/>
              </a:defRPr>
            </a:lvl4pPr>
            <a:lvl5pPr algn="r">
              <a:defRPr sz="1650" b="1">
                <a:solidFill>
                  <a:srgbClr val="F2F7FA"/>
                </a:solidFill>
                <a:latin typeface="Arial"/>
                <a:ea typeface="Arial"/>
                <a:cs typeface="Arial"/>
              </a:defRPr>
            </a:lvl5pPr>
            <a:lvl6pPr algn="r">
              <a:defRPr sz="1650" b="1">
                <a:solidFill>
                  <a:srgbClr val="F2F7FA"/>
                </a:solidFill>
                <a:latin typeface="Arial"/>
                <a:ea typeface="Arial"/>
                <a:cs typeface="Arial"/>
              </a:defRPr>
            </a:lvl6pPr>
            <a:lvl7pPr algn="r">
              <a:defRPr sz="1650" b="1">
                <a:solidFill>
                  <a:srgbClr val="F2F7FA"/>
                </a:solidFill>
                <a:latin typeface="Arial"/>
                <a:ea typeface="Arial"/>
                <a:cs typeface="Arial"/>
              </a:defRPr>
            </a:lvl7pPr>
            <a:lvl8pPr algn="r">
              <a:defRPr sz="1650" b="1">
                <a:solidFill>
                  <a:srgbClr val="F2F7FA"/>
                </a:solidFill>
                <a:latin typeface="Arial"/>
                <a:ea typeface="Arial"/>
                <a:cs typeface="Arial"/>
              </a:defRPr>
            </a:lvl8pPr>
            <a:lvl9pPr algn="r">
              <a:defRPr sz="1650" b="1">
                <a:solidFill>
                  <a:srgbClr val="F2F7FA"/>
                </a:solidFill>
                <a:latin typeface="Arial"/>
                <a:ea typeface="Arial"/>
                <a:cs typeface="Arial"/>
              </a:defRPr>
            </a:lvl9pPr>
          </a:lstStyle>
          <a:p xmlns:a="http://schemas.openxmlformats.org/drawingml/2006/main">
            <a:pPr algn="r">
              <a:defRPr sz="1650" b="1">
                <a:solidFill>
                  <a:srgbClr val="F2F7FA"/>
                </a:solidFill>
                <a:latin typeface="Arial"/>
                <a:ea typeface="Arial"/>
                <a:cs typeface="Arial"/>
              </a:defRPr>
            </a:pPr>
            <a:r>
              <a:rPr sz="1650" b="1">
                <a:solidFill>
                  <a:srgbClr val="F2F7FA"/>
                </a:solidFill>
                <a:latin typeface="Arial"/>
                <a:ea typeface="Arial"/>
                <a:cs typeface="Arial"/>
              </a:rPr>
              <a:t>8</a:t>
            </a:r>
          </a:p>
        </p:txBody>
      </p:sp>
      <p:sp>
        <p:nvSpPr>
          <p:cNvPr id="21" name="">
            <a:extLst xmlns:a="http://schemas.openxmlformats.org/drawingml/2006/main">
              <a:ext uri="{FF2B5EF4-FFF2-40B4-BE49-F238E27FC236}">
                <a16:creationId xmlns:a16="http://schemas.microsoft.com/office/drawing/2014/main" id="{298BE8F3-2141-4E9D-98FE-7B24CECD3606}"/>
              </a:ext>
            </a:extLst>
          </p:cNvPr>
          <p:cNvSpPr>
            <a:spLocks xmlns:a="http://schemas.openxmlformats.org/drawingml/2006/main" noGrp="1"/>
          </p:cNvSpPr>
          <p:nvPr/>
        </p:nvSpPr>
        <p:spPr>
          <a:xfrm xmlns:a="http://schemas.openxmlformats.org/drawingml/2006/main">
            <a:off x="7791450" y="3209925"/>
            <a:ext cx="3429000" cy="9525"/>
          </a:xfrm>
          <a:prstGeom xmlns:a="http://schemas.openxmlformats.org/drawingml/2006/main" prst="rect">
            <a:avLst/>
          </a:prstGeom>
          <a:solidFill xmlns:a="http://schemas.openxmlformats.org/drawingml/2006/main">
            <a:srgbClr val="284455"/>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0E720136-49CB-4473-9F3A-E9749562AC49}"/>
              </a:ext>
            </a:extLst>
          </p:cNvPr>
          <p:cNvSpPr>
            <a:spLocks xmlns:a="http://schemas.openxmlformats.org/drawingml/2006/main" noGrp="1"/>
          </p:cNvSpPr>
          <p:nvPr/>
        </p:nvSpPr>
        <p:spPr>
          <a:xfrm xmlns:a="http://schemas.openxmlformats.org/drawingml/2006/main">
            <a:off x="7791450" y="3400425"/>
            <a:ext cx="2238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0">
                <a:solidFill>
                  <a:srgbClr val="B2C4CF"/>
                </a:solidFill>
                <a:latin typeface="Arial"/>
                <a:ea typeface="Arial"/>
                <a:cs typeface="Arial"/>
              </a:defRPr>
            </a:defPPr>
            <a:lvl1pPr algn="l">
              <a:defRPr sz="1500" b="0">
                <a:solidFill>
                  <a:srgbClr val="B2C4CF"/>
                </a:solidFill>
                <a:latin typeface="Arial"/>
                <a:ea typeface="Arial"/>
                <a:cs typeface="Arial"/>
              </a:defRPr>
            </a:lvl1pPr>
            <a:lvl2pPr algn="l">
              <a:defRPr sz="1500" b="0">
                <a:solidFill>
                  <a:srgbClr val="B2C4CF"/>
                </a:solidFill>
                <a:latin typeface="Arial"/>
                <a:ea typeface="Arial"/>
                <a:cs typeface="Arial"/>
              </a:defRPr>
            </a:lvl2pPr>
            <a:lvl3pPr algn="l">
              <a:defRPr sz="1500" b="0">
                <a:solidFill>
                  <a:srgbClr val="B2C4CF"/>
                </a:solidFill>
                <a:latin typeface="Arial"/>
                <a:ea typeface="Arial"/>
                <a:cs typeface="Arial"/>
              </a:defRPr>
            </a:lvl3pPr>
            <a:lvl4pPr algn="l">
              <a:defRPr sz="1500" b="0">
                <a:solidFill>
                  <a:srgbClr val="B2C4CF"/>
                </a:solidFill>
                <a:latin typeface="Arial"/>
                <a:ea typeface="Arial"/>
                <a:cs typeface="Arial"/>
              </a:defRPr>
            </a:lvl4pPr>
            <a:lvl5pPr algn="l">
              <a:defRPr sz="1500" b="0">
                <a:solidFill>
                  <a:srgbClr val="B2C4CF"/>
                </a:solidFill>
                <a:latin typeface="Arial"/>
                <a:ea typeface="Arial"/>
                <a:cs typeface="Arial"/>
              </a:defRPr>
            </a:lvl5pPr>
            <a:lvl6pPr algn="l">
              <a:defRPr sz="1500" b="0">
                <a:solidFill>
                  <a:srgbClr val="B2C4CF"/>
                </a:solidFill>
                <a:latin typeface="Arial"/>
                <a:ea typeface="Arial"/>
                <a:cs typeface="Arial"/>
              </a:defRPr>
            </a:lvl6pPr>
            <a:lvl7pPr algn="l">
              <a:defRPr sz="1500" b="0">
                <a:solidFill>
                  <a:srgbClr val="B2C4CF"/>
                </a:solidFill>
                <a:latin typeface="Arial"/>
                <a:ea typeface="Arial"/>
                <a:cs typeface="Arial"/>
              </a:defRPr>
            </a:lvl7pPr>
            <a:lvl8pPr algn="l">
              <a:defRPr sz="1500" b="0">
                <a:solidFill>
                  <a:srgbClr val="B2C4CF"/>
                </a:solidFill>
                <a:latin typeface="Arial"/>
                <a:ea typeface="Arial"/>
                <a:cs typeface="Arial"/>
              </a:defRPr>
            </a:lvl8pPr>
            <a:lvl9pPr algn="l">
              <a:defRPr sz="1500" b="0">
                <a:solidFill>
                  <a:srgbClr val="B2C4CF"/>
                </a:solidFill>
                <a:latin typeface="Arial"/>
                <a:ea typeface="Arial"/>
                <a:cs typeface="Arial"/>
              </a:defRPr>
            </a:lvl9pPr>
          </a:lstStyle>
          <a:p xmlns:a="http://schemas.openxmlformats.org/drawingml/2006/main">
            <a:pPr algn="l">
              <a:defRPr sz="1500" b="0">
                <a:solidFill>
                  <a:srgbClr val="B2C4CF"/>
                </a:solidFill>
                <a:latin typeface="Arial"/>
                <a:ea typeface="Arial"/>
                <a:cs typeface="Arial"/>
              </a:defRPr>
            </a:pPr>
            <a:r>
              <a:rPr sz="1500" b="0">
                <a:solidFill>
                  <a:srgbClr val="B2C4CF"/>
                </a:solidFill>
                <a:latin typeface="Arial"/>
                <a:ea typeface="Arial"/>
                <a:cs typeface="Arial"/>
              </a:rPr>
              <a:t>Score threshold</a:t>
            </a:r>
          </a:p>
        </p:txBody>
      </p:sp>
      <p:sp>
        <p:nvSpPr>
          <p:cNvPr id="23" name="">
            <a:extLst xmlns:a="http://schemas.openxmlformats.org/drawingml/2006/main">
              <a:ext uri="{FF2B5EF4-FFF2-40B4-BE49-F238E27FC236}">
                <a16:creationId xmlns:a16="http://schemas.microsoft.com/office/drawing/2014/main" id="{ECE26745-8B07-4D2E-AEC9-E399C66713EB}"/>
              </a:ext>
            </a:extLst>
          </p:cNvPr>
          <p:cNvSpPr>
            <a:spLocks xmlns:a="http://schemas.openxmlformats.org/drawingml/2006/main" noGrp="1"/>
          </p:cNvSpPr>
          <p:nvPr/>
        </p:nvSpPr>
        <p:spPr>
          <a:xfrm xmlns:a="http://schemas.openxmlformats.org/drawingml/2006/main">
            <a:off x="10115550" y="3400425"/>
            <a:ext cx="1104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650" b="1">
                <a:solidFill>
                  <a:srgbClr val="F2F7FA"/>
                </a:solidFill>
                <a:latin typeface="Arial"/>
                <a:ea typeface="Arial"/>
                <a:cs typeface="Arial"/>
              </a:defRPr>
            </a:defPPr>
            <a:lvl1pPr algn="r">
              <a:defRPr sz="1650" b="1">
                <a:solidFill>
                  <a:srgbClr val="F2F7FA"/>
                </a:solidFill>
                <a:latin typeface="Arial"/>
                <a:ea typeface="Arial"/>
                <a:cs typeface="Arial"/>
              </a:defRPr>
            </a:lvl1pPr>
            <a:lvl2pPr algn="r">
              <a:defRPr sz="1650" b="1">
                <a:solidFill>
                  <a:srgbClr val="F2F7FA"/>
                </a:solidFill>
                <a:latin typeface="Arial"/>
                <a:ea typeface="Arial"/>
                <a:cs typeface="Arial"/>
              </a:defRPr>
            </a:lvl2pPr>
            <a:lvl3pPr algn="r">
              <a:defRPr sz="1650" b="1">
                <a:solidFill>
                  <a:srgbClr val="F2F7FA"/>
                </a:solidFill>
                <a:latin typeface="Arial"/>
                <a:ea typeface="Arial"/>
                <a:cs typeface="Arial"/>
              </a:defRPr>
            </a:lvl3pPr>
            <a:lvl4pPr algn="r">
              <a:defRPr sz="1650" b="1">
                <a:solidFill>
                  <a:srgbClr val="F2F7FA"/>
                </a:solidFill>
                <a:latin typeface="Arial"/>
                <a:ea typeface="Arial"/>
                <a:cs typeface="Arial"/>
              </a:defRPr>
            </a:lvl4pPr>
            <a:lvl5pPr algn="r">
              <a:defRPr sz="1650" b="1">
                <a:solidFill>
                  <a:srgbClr val="F2F7FA"/>
                </a:solidFill>
                <a:latin typeface="Arial"/>
                <a:ea typeface="Arial"/>
                <a:cs typeface="Arial"/>
              </a:defRPr>
            </a:lvl5pPr>
            <a:lvl6pPr algn="r">
              <a:defRPr sz="1650" b="1">
                <a:solidFill>
                  <a:srgbClr val="F2F7FA"/>
                </a:solidFill>
                <a:latin typeface="Arial"/>
                <a:ea typeface="Arial"/>
                <a:cs typeface="Arial"/>
              </a:defRPr>
            </a:lvl6pPr>
            <a:lvl7pPr algn="r">
              <a:defRPr sz="1650" b="1">
                <a:solidFill>
                  <a:srgbClr val="F2F7FA"/>
                </a:solidFill>
                <a:latin typeface="Arial"/>
                <a:ea typeface="Arial"/>
                <a:cs typeface="Arial"/>
              </a:defRPr>
            </a:lvl7pPr>
            <a:lvl8pPr algn="r">
              <a:defRPr sz="1650" b="1">
                <a:solidFill>
                  <a:srgbClr val="F2F7FA"/>
                </a:solidFill>
                <a:latin typeface="Arial"/>
                <a:ea typeface="Arial"/>
                <a:cs typeface="Arial"/>
              </a:defRPr>
            </a:lvl8pPr>
            <a:lvl9pPr algn="r">
              <a:defRPr sz="1650" b="1">
                <a:solidFill>
                  <a:srgbClr val="F2F7FA"/>
                </a:solidFill>
                <a:latin typeface="Arial"/>
                <a:ea typeface="Arial"/>
                <a:cs typeface="Arial"/>
              </a:defRPr>
            </a:lvl9pPr>
          </a:lstStyle>
          <a:p xmlns:a="http://schemas.openxmlformats.org/drawingml/2006/main">
            <a:pPr algn="r">
              <a:defRPr sz="1650" b="1">
                <a:solidFill>
                  <a:srgbClr val="F2F7FA"/>
                </a:solidFill>
                <a:latin typeface="Arial"/>
                <a:ea typeface="Arial"/>
                <a:cs typeface="Arial"/>
              </a:defRPr>
            </a:pPr>
            <a:r>
              <a:rPr sz="1650" b="1">
                <a:solidFill>
                  <a:srgbClr val="F2F7FA"/>
                </a:solidFill>
                <a:latin typeface="Arial"/>
                <a:ea typeface="Arial"/>
                <a:cs typeface="Arial"/>
              </a:rPr>
              <a:t>4.0</a:t>
            </a:r>
          </a:p>
        </p:txBody>
      </p:sp>
      <p:sp>
        <p:nvSpPr>
          <p:cNvPr id="24" name="">
            <a:extLst xmlns:a="http://schemas.openxmlformats.org/drawingml/2006/main">
              <a:ext uri="{FF2B5EF4-FFF2-40B4-BE49-F238E27FC236}">
                <a16:creationId xmlns:a16="http://schemas.microsoft.com/office/drawing/2014/main" id="{28B048F2-F5F8-4BC0-8CAC-156501889D16}"/>
              </a:ext>
            </a:extLst>
          </p:cNvPr>
          <p:cNvSpPr>
            <a:spLocks xmlns:a="http://schemas.openxmlformats.org/drawingml/2006/main" noGrp="1"/>
          </p:cNvSpPr>
          <p:nvPr/>
        </p:nvSpPr>
        <p:spPr>
          <a:xfrm xmlns:a="http://schemas.openxmlformats.org/drawingml/2006/main">
            <a:off x="7791450" y="3752850"/>
            <a:ext cx="3429000" cy="9525"/>
          </a:xfrm>
          <a:prstGeom xmlns:a="http://schemas.openxmlformats.org/drawingml/2006/main" prst="rect">
            <a:avLst/>
          </a:prstGeom>
          <a:solidFill xmlns:a="http://schemas.openxmlformats.org/drawingml/2006/main">
            <a:srgbClr val="284455"/>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0D31AA96-68CE-43EF-A7F4-4C500854EBA5}"/>
              </a:ext>
            </a:extLst>
          </p:cNvPr>
          <p:cNvSpPr>
            <a:spLocks xmlns:a="http://schemas.openxmlformats.org/drawingml/2006/main" noGrp="1"/>
          </p:cNvSpPr>
          <p:nvPr/>
        </p:nvSpPr>
        <p:spPr>
          <a:xfrm xmlns:a="http://schemas.openxmlformats.org/drawingml/2006/main">
            <a:off x="7791450" y="3943350"/>
            <a:ext cx="2238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0">
                <a:solidFill>
                  <a:srgbClr val="B2C4CF"/>
                </a:solidFill>
                <a:latin typeface="Arial"/>
                <a:ea typeface="Arial"/>
                <a:cs typeface="Arial"/>
              </a:defRPr>
            </a:defPPr>
            <a:lvl1pPr algn="l">
              <a:defRPr sz="1500" b="0">
                <a:solidFill>
                  <a:srgbClr val="B2C4CF"/>
                </a:solidFill>
                <a:latin typeface="Arial"/>
                <a:ea typeface="Arial"/>
                <a:cs typeface="Arial"/>
              </a:defRPr>
            </a:lvl1pPr>
            <a:lvl2pPr algn="l">
              <a:defRPr sz="1500" b="0">
                <a:solidFill>
                  <a:srgbClr val="B2C4CF"/>
                </a:solidFill>
                <a:latin typeface="Arial"/>
                <a:ea typeface="Arial"/>
                <a:cs typeface="Arial"/>
              </a:defRPr>
            </a:lvl2pPr>
            <a:lvl3pPr algn="l">
              <a:defRPr sz="1500" b="0">
                <a:solidFill>
                  <a:srgbClr val="B2C4CF"/>
                </a:solidFill>
                <a:latin typeface="Arial"/>
                <a:ea typeface="Arial"/>
                <a:cs typeface="Arial"/>
              </a:defRPr>
            </a:lvl3pPr>
            <a:lvl4pPr algn="l">
              <a:defRPr sz="1500" b="0">
                <a:solidFill>
                  <a:srgbClr val="B2C4CF"/>
                </a:solidFill>
                <a:latin typeface="Arial"/>
                <a:ea typeface="Arial"/>
                <a:cs typeface="Arial"/>
              </a:defRPr>
            </a:lvl4pPr>
            <a:lvl5pPr algn="l">
              <a:defRPr sz="1500" b="0">
                <a:solidFill>
                  <a:srgbClr val="B2C4CF"/>
                </a:solidFill>
                <a:latin typeface="Arial"/>
                <a:ea typeface="Arial"/>
                <a:cs typeface="Arial"/>
              </a:defRPr>
            </a:lvl5pPr>
            <a:lvl6pPr algn="l">
              <a:defRPr sz="1500" b="0">
                <a:solidFill>
                  <a:srgbClr val="B2C4CF"/>
                </a:solidFill>
                <a:latin typeface="Arial"/>
                <a:ea typeface="Arial"/>
                <a:cs typeface="Arial"/>
              </a:defRPr>
            </a:lvl6pPr>
            <a:lvl7pPr algn="l">
              <a:defRPr sz="1500" b="0">
                <a:solidFill>
                  <a:srgbClr val="B2C4CF"/>
                </a:solidFill>
                <a:latin typeface="Arial"/>
                <a:ea typeface="Arial"/>
                <a:cs typeface="Arial"/>
              </a:defRPr>
            </a:lvl7pPr>
            <a:lvl8pPr algn="l">
              <a:defRPr sz="1500" b="0">
                <a:solidFill>
                  <a:srgbClr val="B2C4CF"/>
                </a:solidFill>
                <a:latin typeface="Arial"/>
                <a:ea typeface="Arial"/>
                <a:cs typeface="Arial"/>
              </a:defRPr>
            </a:lvl8pPr>
            <a:lvl9pPr algn="l">
              <a:defRPr sz="1500" b="0">
                <a:solidFill>
                  <a:srgbClr val="B2C4CF"/>
                </a:solidFill>
                <a:latin typeface="Arial"/>
                <a:ea typeface="Arial"/>
                <a:cs typeface="Arial"/>
              </a:defRPr>
            </a:lvl9pPr>
          </a:lstStyle>
          <a:p xmlns:a="http://schemas.openxmlformats.org/drawingml/2006/main">
            <a:pPr algn="l">
              <a:defRPr sz="1500" b="0">
                <a:solidFill>
                  <a:srgbClr val="B2C4CF"/>
                </a:solidFill>
                <a:latin typeface="Arial"/>
                <a:ea typeface="Arial"/>
                <a:cs typeface="Arial"/>
              </a:defRPr>
            </a:pPr>
            <a:r>
              <a:rPr sz="1500" b="0">
                <a:solidFill>
                  <a:srgbClr val="B2C4CF"/>
                </a:solidFill>
                <a:latin typeface="Arial"/>
                <a:ea typeface="Arial"/>
                <a:cs typeface="Arial"/>
              </a:rPr>
              <a:t>Scale floor</a:t>
            </a:r>
          </a:p>
        </p:txBody>
      </p:sp>
      <p:sp>
        <p:nvSpPr>
          <p:cNvPr id="26" name="">
            <a:extLst xmlns:a="http://schemas.openxmlformats.org/drawingml/2006/main">
              <a:ext uri="{FF2B5EF4-FFF2-40B4-BE49-F238E27FC236}">
                <a16:creationId xmlns:a16="http://schemas.microsoft.com/office/drawing/2014/main" id="{A9AE718B-BD5F-422B-9526-25712AD0AB09}"/>
              </a:ext>
            </a:extLst>
          </p:cNvPr>
          <p:cNvSpPr>
            <a:spLocks xmlns:a="http://schemas.openxmlformats.org/drawingml/2006/main" noGrp="1"/>
          </p:cNvSpPr>
          <p:nvPr/>
        </p:nvSpPr>
        <p:spPr>
          <a:xfrm xmlns:a="http://schemas.openxmlformats.org/drawingml/2006/main">
            <a:off x="10115550" y="3943350"/>
            <a:ext cx="1104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650" b="1">
                <a:solidFill>
                  <a:srgbClr val="F2F7FA"/>
                </a:solidFill>
                <a:latin typeface="Arial"/>
                <a:ea typeface="Arial"/>
                <a:cs typeface="Arial"/>
              </a:defRPr>
            </a:defPPr>
            <a:lvl1pPr algn="r">
              <a:defRPr sz="1650" b="1">
                <a:solidFill>
                  <a:srgbClr val="F2F7FA"/>
                </a:solidFill>
                <a:latin typeface="Arial"/>
                <a:ea typeface="Arial"/>
                <a:cs typeface="Arial"/>
              </a:defRPr>
            </a:lvl1pPr>
            <a:lvl2pPr algn="r">
              <a:defRPr sz="1650" b="1">
                <a:solidFill>
                  <a:srgbClr val="F2F7FA"/>
                </a:solidFill>
                <a:latin typeface="Arial"/>
                <a:ea typeface="Arial"/>
                <a:cs typeface="Arial"/>
              </a:defRPr>
            </a:lvl2pPr>
            <a:lvl3pPr algn="r">
              <a:defRPr sz="1650" b="1">
                <a:solidFill>
                  <a:srgbClr val="F2F7FA"/>
                </a:solidFill>
                <a:latin typeface="Arial"/>
                <a:ea typeface="Arial"/>
                <a:cs typeface="Arial"/>
              </a:defRPr>
            </a:lvl3pPr>
            <a:lvl4pPr algn="r">
              <a:defRPr sz="1650" b="1">
                <a:solidFill>
                  <a:srgbClr val="F2F7FA"/>
                </a:solidFill>
                <a:latin typeface="Arial"/>
                <a:ea typeface="Arial"/>
                <a:cs typeface="Arial"/>
              </a:defRPr>
            </a:lvl4pPr>
            <a:lvl5pPr algn="r">
              <a:defRPr sz="1650" b="1">
                <a:solidFill>
                  <a:srgbClr val="F2F7FA"/>
                </a:solidFill>
                <a:latin typeface="Arial"/>
                <a:ea typeface="Arial"/>
                <a:cs typeface="Arial"/>
              </a:defRPr>
            </a:lvl5pPr>
            <a:lvl6pPr algn="r">
              <a:defRPr sz="1650" b="1">
                <a:solidFill>
                  <a:srgbClr val="F2F7FA"/>
                </a:solidFill>
                <a:latin typeface="Arial"/>
                <a:ea typeface="Arial"/>
                <a:cs typeface="Arial"/>
              </a:defRPr>
            </a:lvl6pPr>
            <a:lvl7pPr algn="r">
              <a:defRPr sz="1650" b="1">
                <a:solidFill>
                  <a:srgbClr val="F2F7FA"/>
                </a:solidFill>
                <a:latin typeface="Arial"/>
                <a:ea typeface="Arial"/>
                <a:cs typeface="Arial"/>
              </a:defRPr>
            </a:lvl7pPr>
            <a:lvl8pPr algn="r">
              <a:defRPr sz="1650" b="1">
                <a:solidFill>
                  <a:srgbClr val="F2F7FA"/>
                </a:solidFill>
                <a:latin typeface="Arial"/>
                <a:ea typeface="Arial"/>
                <a:cs typeface="Arial"/>
              </a:defRPr>
            </a:lvl8pPr>
            <a:lvl9pPr algn="r">
              <a:defRPr sz="1650" b="1">
                <a:solidFill>
                  <a:srgbClr val="F2F7FA"/>
                </a:solidFill>
                <a:latin typeface="Arial"/>
                <a:ea typeface="Arial"/>
                <a:cs typeface="Arial"/>
              </a:defRPr>
            </a:lvl9pPr>
          </a:lstStyle>
          <a:p xmlns:a="http://schemas.openxmlformats.org/drawingml/2006/main">
            <a:pPr algn="r">
              <a:defRPr sz="1650" b="1">
                <a:solidFill>
                  <a:srgbClr val="F2F7FA"/>
                </a:solidFill>
                <a:latin typeface="Arial"/>
                <a:ea typeface="Arial"/>
                <a:cs typeface="Arial"/>
              </a:defRPr>
            </a:pPr>
            <a:r>
              <a:rPr sz="1650" b="1">
                <a:solidFill>
                  <a:srgbClr val="F2F7FA"/>
                </a:solidFill>
                <a:latin typeface="Arial"/>
                <a:ea typeface="Arial"/>
                <a:cs typeface="Arial"/>
              </a:rPr>
              <a:t>0.1</a:t>
            </a:r>
          </a:p>
        </p:txBody>
      </p:sp>
      <p:sp>
        <p:nvSpPr>
          <p:cNvPr id="27" name="">
            <a:extLst xmlns:a="http://schemas.openxmlformats.org/drawingml/2006/main">
              <a:ext uri="{FF2B5EF4-FFF2-40B4-BE49-F238E27FC236}">
                <a16:creationId xmlns:a16="http://schemas.microsoft.com/office/drawing/2014/main" id="{0B0AF6EE-70B1-43F3-BC18-FD95E23DA339}"/>
              </a:ext>
            </a:extLst>
          </p:cNvPr>
          <p:cNvSpPr>
            <a:spLocks xmlns:a="http://schemas.openxmlformats.org/drawingml/2006/main" noGrp="1"/>
          </p:cNvSpPr>
          <p:nvPr/>
        </p:nvSpPr>
        <p:spPr>
          <a:xfrm xmlns:a="http://schemas.openxmlformats.org/drawingml/2006/main">
            <a:off x="7791450" y="4295775"/>
            <a:ext cx="3429000" cy="9525"/>
          </a:xfrm>
          <a:prstGeom xmlns:a="http://schemas.openxmlformats.org/drawingml/2006/main" prst="rect">
            <a:avLst/>
          </a:prstGeom>
          <a:solidFill xmlns:a="http://schemas.openxmlformats.org/drawingml/2006/main">
            <a:srgbClr val="284455"/>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7EA182F2-652B-4911-B2CF-61B95D343B02}"/>
              </a:ext>
            </a:extLst>
          </p:cNvPr>
          <p:cNvSpPr>
            <a:spLocks xmlns:a="http://schemas.openxmlformats.org/drawingml/2006/main" noGrp="1"/>
          </p:cNvSpPr>
          <p:nvPr/>
        </p:nvSpPr>
        <p:spPr>
          <a:xfrm xmlns:a="http://schemas.openxmlformats.org/drawingml/2006/main">
            <a:off x="7791450" y="4486275"/>
            <a:ext cx="2238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0">
                <a:solidFill>
                  <a:srgbClr val="B2C4CF"/>
                </a:solidFill>
                <a:latin typeface="Arial"/>
                <a:ea typeface="Arial"/>
                <a:cs typeface="Arial"/>
              </a:defRPr>
            </a:defPPr>
            <a:lvl1pPr algn="l">
              <a:defRPr sz="1500" b="0">
                <a:solidFill>
                  <a:srgbClr val="B2C4CF"/>
                </a:solidFill>
                <a:latin typeface="Arial"/>
                <a:ea typeface="Arial"/>
                <a:cs typeface="Arial"/>
              </a:defRPr>
            </a:lvl1pPr>
            <a:lvl2pPr algn="l">
              <a:defRPr sz="1500" b="0">
                <a:solidFill>
                  <a:srgbClr val="B2C4CF"/>
                </a:solidFill>
                <a:latin typeface="Arial"/>
                <a:ea typeface="Arial"/>
                <a:cs typeface="Arial"/>
              </a:defRPr>
            </a:lvl2pPr>
            <a:lvl3pPr algn="l">
              <a:defRPr sz="1500" b="0">
                <a:solidFill>
                  <a:srgbClr val="B2C4CF"/>
                </a:solidFill>
                <a:latin typeface="Arial"/>
                <a:ea typeface="Arial"/>
                <a:cs typeface="Arial"/>
              </a:defRPr>
            </a:lvl3pPr>
            <a:lvl4pPr algn="l">
              <a:defRPr sz="1500" b="0">
                <a:solidFill>
                  <a:srgbClr val="B2C4CF"/>
                </a:solidFill>
                <a:latin typeface="Arial"/>
                <a:ea typeface="Arial"/>
                <a:cs typeface="Arial"/>
              </a:defRPr>
            </a:lvl4pPr>
            <a:lvl5pPr algn="l">
              <a:defRPr sz="1500" b="0">
                <a:solidFill>
                  <a:srgbClr val="B2C4CF"/>
                </a:solidFill>
                <a:latin typeface="Arial"/>
                <a:ea typeface="Arial"/>
                <a:cs typeface="Arial"/>
              </a:defRPr>
            </a:lvl5pPr>
            <a:lvl6pPr algn="l">
              <a:defRPr sz="1500" b="0">
                <a:solidFill>
                  <a:srgbClr val="B2C4CF"/>
                </a:solidFill>
                <a:latin typeface="Arial"/>
                <a:ea typeface="Arial"/>
                <a:cs typeface="Arial"/>
              </a:defRPr>
            </a:lvl6pPr>
            <a:lvl7pPr algn="l">
              <a:defRPr sz="1500" b="0">
                <a:solidFill>
                  <a:srgbClr val="B2C4CF"/>
                </a:solidFill>
                <a:latin typeface="Arial"/>
                <a:ea typeface="Arial"/>
                <a:cs typeface="Arial"/>
              </a:defRPr>
            </a:lvl7pPr>
            <a:lvl8pPr algn="l">
              <a:defRPr sz="1500" b="0">
                <a:solidFill>
                  <a:srgbClr val="B2C4CF"/>
                </a:solidFill>
                <a:latin typeface="Arial"/>
                <a:ea typeface="Arial"/>
                <a:cs typeface="Arial"/>
              </a:defRPr>
            </a:lvl8pPr>
            <a:lvl9pPr algn="l">
              <a:defRPr sz="1500" b="0">
                <a:solidFill>
                  <a:srgbClr val="B2C4CF"/>
                </a:solidFill>
                <a:latin typeface="Arial"/>
                <a:ea typeface="Arial"/>
                <a:cs typeface="Arial"/>
              </a:defRPr>
            </a:lvl9pPr>
          </a:lstStyle>
          <a:p xmlns:a="http://schemas.openxmlformats.org/drawingml/2006/main">
            <a:pPr algn="l">
              <a:defRPr sz="1500" b="0">
                <a:solidFill>
                  <a:srgbClr val="B2C4CF"/>
                </a:solidFill>
                <a:latin typeface="Arial"/>
                <a:ea typeface="Arial"/>
                <a:cs typeface="Arial"/>
              </a:defRPr>
            </a:pPr>
            <a:r>
              <a:rPr sz="1500" b="0">
                <a:solidFill>
                  <a:srgbClr val="B2C4CF"/>
                </a:solidFill>
                <a:latin typeface="Arial"/>
                <a:ea typeface="Arial"/>
                <a:cs typeface="Arial"/>
              </a:rPr>
              <a:t>State</a:t>
            </a:r>
          </a:p>
        </p:txBody>
      </p:sp>
      <p:sp>
        <p:nvSpPr>
          <p:cNvPr id="29" name="">
            <a:extLst xmlns:a="http://schemas.openxmlformats.org/drawingml/2006/main">
              <a:ext uri="{FF2B5EF4-FFF2-40B4-BE49-F238E27FC236}">
                <a16:creationId xmlns:a16="http://schemas.microsoft.com/office/drawing/2014/main" id="{2ACFD6E5-9AD0-4C3C-A156-659773A53107}"/>
              </a:ext>
            </a:extLst>
          </p:cNvPr>
          <p:cNvSpPr>
            <a:spLocks xmlns:a="http://schemas.openxmlformats.org/drawingml/2006/main" noGrp="1"/>
          </p:cNvSpPr>
          <p:nvPr/>
        </p:nvSpPr>
        <p:spPr>
          <a:xfrm xmlns:a="http://schemas.openxmlformats.org/drawingml/2006/main">
            <a:off x="10115550" y="4486275"/>
            <a:ext cx="1104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650" b="1">
                <a:solidFill>
                  <a:srgbClr val="F2F7FA"/>
                </a:solidFill>
                <a:latin typeface="Arial"/>
                <a:ea typeface="Arial"/>
                <a:cs typeface="Arial"/>
              </a:defRPr>
            </a:defPPr>
            <a:lvl1pPr algn="r">
              <a:defRPr sz="1650" b="1">
                <a:solidFill>
                  <a:srgbClr val="F2F7FA"/>
                </a:solidFill>
                <a:latin typeface="Arial"/>
                <a:ea typeface="Arial"/>
                <a:cs typeface="Arial"/>
              </a:defRPr>
            </a:lvl1pPr>
            <a:lvl2pPr algn="r">
              <a:defRPr sz="1650" b="1">
                <a:solidFill>
                  <a:srgbClr val="F2F7FA"/>
                </a:solidFill>
                <a:latin typeface="Arial"/>
                <a:ea typeface="Arial"/>
                <a:cs typeface="Arial"/>
              </a:defRPr>
            </a:lvl2pPr>
            <a:lvl3pPr algn="r">
              <a:defRPr sz="1650" b="1">
                <a:solidFill>
                  <a:srgbClr val="F2F7FA"/>
                </a:solidFill>
                <a:latin typeface="Arial"/>
                <a:ea typeface="Arial"/>
                <a:cs typeface="Arial"/>
              </a:defRPr>
            </a:lvl3pPr>
            <a:lvl4pPr algn="r">
              <a:defRPr sz="1650" b="1">
                <a:solidFill>
                  <a:srgbClr val="F2F7FA"/>
                </a:solidFill>
                <a:latin typeface="Arial"/>
                <a:ea typeface="Arial"/>
                <a:cs typeface="Arial"/>
              </a:defRPr>
            </a:lvl4pPr>
            <a:lvl5pPr algn="r">
              <a:defRPr sz="1650" b="1">
                <a:solidFill>
                  <a:srgbClr val="F2F7FA"/>
                </a:solidFill>
                <a:latin typeface="Arial"/>
                <a:ea typeface="Arial"/>
                <a:cs typeface="Arial"/>
              </a:defRPr>
            </a:lvl5pPr>
            <a:lvl6pPr algn="r">
              <a:defRPr sz="1650" b="1">
                <a:solidFill>
                  <a:srgbClr val="F2F7FA"/>
                </a:solidFill>
                <a:latin typeface="Arial"/>
                <a:ea typeface="Arial"/>
                <a:cs typeface="Arial"/>
              </a:defRPr>
            </a:lvl6pPr>
            <a:lvl7pPr algn="r">
              <a:defRPr sz="1650" b="1">
                <a:solidFill>
                  <a:srgbClr val="F2F7FA"/>
                </a:solidFill>
                <a:latin typeface="Arial"/>
                <a:ea typeface="Arial"/>
                <a:cs typeface="Arial"/>
              </a:defRPr>
            </a:lvl7pPr>
            <a:lvl8pPr algn="r">
              <a:defRPr sz="1650" b="1">
                <a:solidFill>
                  <a:srgbClr val="F2F7FA"/>
                </a:solidFill>
                <a:latin typeface="Arial"/>
                <a:ea typeface="Arial"/>
                <a:cs typeface="Arial"/>
              </a:defRPr>
            </a:lvl8pPr>
            <a:lvl9pPr algn="r">
              <a:defRPr sz="1650" b="1">
                <a:solidFill>
                  <a:srgbClr val="F2F7FA"/>
                </a:solidFill>
                <a:latin typeface="Arial"/>
                <a:ea typeface="Arial"/>
                <a:cs typeface="Arial"/>
              </a:defRPr>
            </a:lvl9pPr>
          </a:lstStyle>
          <a:p xmlns:a="http://schemas.openxmlformats.org/drawingml/2006/main">
            <a:pPr algn="r">
              <a:defRPr sz="1650" b="1">
                <a:solidFill>
                  <a:srgbClr val="F2F7FA"/>
                </a:solidFill>
                <a:latin typeface="Arial"/>
                <a:ea typeface="Arial"/>
                <a:cs typeface="Arial"/>
              </a:defRPr>
            </a:pPr>
            <a:r>
              <a:rPr sz="1650" b="1">
                <a:solidFill>
                  <a:srgbClr val="F2F7FA"/>
                </a:solidFill>
                <a:latin typeface="Arial"/>
                <a:ea typeface="Arial"/>
                <a:cs typeface="Arial"/>
              </a:rPr>
              <a:t>per series</a:t>
            </a:r>
          </a:p>
        </p:txBody>
      </p:sp>
      <p:sp>
        <p:nvSpPr>
          <p:cNvPr id="30" name="">
            <a:extLst xmlns:a="http://schemas.openxmlformats.org/drawingml/2006/main">
              <a:ext uri="{FF2B5EF4-FFF2-40B4-BE49-F238E27FC236}">
                <a16:creationId xmlns:a16="http://schemas.microsoft.com/office/drawing/2014/main" id="{808CEFF1-4124-4543-BE71-F06843AE6424}"/>
              </a:ext>
            </a:extLst>
          </p:cNvPr>
          <p:cNvSpPr>
            <a:spLocks xmlns:a="http://schemas.openxmlformats.org/drawingml/2006/main" noGrp="1"/>
          </p:cNvSpPr>
          <p:nvPr/>
        </p:nvSpPr>
        <p:spPr>
          <a:xfrm xmlns:a="http://schemas.openxmlformats.org/drawingml/2006/main">
            <a:off x="7791450" y="4838700"/>
            <a:ext cx="3429000" cy="9525"/>
          </a:xfrm>
          <a:prstGeom xmlns:a="http://schemas.openxmlformats.org/drawingml/2006/main" prst="rect">
            <a:avLst/>
          </a:prstGeom>
          <a:solidFill xmlns:a="http://schemas.openxmlformats.org/drawingml/2006/main">
            <a:srgbClr val="284455"/>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54262BF4-26DC-490D-8701-D5A51FF8E40C}"/>
              </a:ext>
            </a:extLst>
          </p:cNvPr>
          <p:cNvSpPr>
            <a:spLocks xmlns:a="http://schemas.openxmlformats.org/drawingml/2006/main" noGrp="1"/>
          </p:cNvSpPr>
          <p:nvPr/>
        </p:nvSpPr>
        <p:spPr>
          <a:xfrm xmlns:a="http://schemas.openxmlformats.org/drawingml/2006/main">
            <a:off x="7791450" y="5057775"/>
            <a:ext cx="34766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FF6978"/>
                </a:solidFill>
                <a:latin typeface="Arial"/>
                <a:ea typeface="Arial"/>
                <a:cs typeface="Arial"/>
              </a:defRPr>
            </a:defPPr>
            <a:lvl1pPr algn="l">
              <a:defRPr sz="1200" b="1">
                <a:solidFill>
                  <a:srgbClr val="FF6978"/>
                </a:solidFill>
                <a:latin typeface="Arial"/>
                <a:ea typeface="Arial"/>
                <a:cs typeface="Arial"/>
              </a:defRPr>
            </a:lvl1pPr>
            <a:lvl2pPr algn="l">
              <a:defRPr sz="1200" b="1">
                <a:solidFill>
                  <a:srgbClr val="FF6978"/>
                </a:solidFill>
                <a:latin typeface="Arial"/>
                <a:ea typeface="Arial"/>
                <a:cs typeface="Arial"/>
              </a:defRPr>
            </a:lvl2pPr>
            <a:lvl3pPr algn="l">
              <a:defRPr sz="1200" b="1">
                <a:solidFill>
                  <a:srgbClr val="FF6978"/>
                </a:solidFill>
                <a:latin typeface="Arial"/>
                <a:ea typeface="Arial"/>
                <a:cs typeface="Arial"/>
              </a:defRPr>
            </a:lvl3pPr>
            <a:lvl4pPr algn="l">
              <a:defRPr sz="1200" b="1">
                <a:solidFill>
                  <a:srgbClr val="FF6978"/>
                </a:solidFill>
                <a:latin typeface="Arial"/>
                <a:ea typeface="Arial"/>
                <a:cs typeface="Arial"/>
              </a:defRPr>
            </a:lvl4pPr>
            <a:lvl5pPr algn="l">
              <a:defRPr sz="1200" b="1">
                <a:solidFill>
                  <a:srgbClr val="FF6978"/>
                </a:solidFill>
                <a:latin typeface="Arial"/>
                <a:ea typeface="Arial"/>
                <a:cs typeface="Arial"/>
              </a:defRPr>
            </a:lvl5pPr>
            <a:lvl6pPr algn="l">
              <a:defRPr sz="1200" b="1">
                <a:solidFill>
                  <a:srgbClr val="FF6978"/>
                </a:solidFill>
                <a:latin typeface="Arial"/>
                <a:ea typeface="Arial"/>
                <a:cs typeface="Arial"/>
              </a:defRPr>
            </a:lvl6pPr>
            <a:lvl7pPr algn="l">
              <a:defRPr sz="1200" b="1">
                <a:solidFill>
                  <a:srgbClr val="FF6978"/>
                </a:solidFill>
                <a:latin typeface="Arial"/>
                <a:ea typeface="Arial"/>
                <a:cs typeface="Arial"/>
              </a:defRPr>
            </a:lvl7pPr>
            <a:lvl8pPr algn="l">
              <a:defRPr sz="1200" b="1">
                <a:solidFill>
                  <a:srgbClr val="FF6978"/>
                </a:solidFill>
                <a:latin typeface="Arial"/>
                <a:ea typeface="Arial"/>
                <a:cs typeface="Arial"/>
              </a:defRPr>
            </a:lvl8pPr>
            <a:lvl9pPr algn="l">
              <a:defRPr sz="1200" b="1">
                <a:solidFill>
                  <a:srgbClr val="FF6978"/>
                </a:solidFill>
                <a:latin typeface="Arial"/>
                <a:ea typeface="Arial"/>
                <a:cs typeface="Arial"/>
              </a:defRPr>
            </a:lvl9pPr>
          </a:lstStyle>
          <a:p xmlns:a="http://schemas.openxmlformats.org/drawingml/2006/main">
            <a:pPr algn="l">
              <a:defRPr sz="1200" b="1">
                <a:solidFill>
                  <a:srgbClr val="FF6978"/>
                </a:solidFill>
                <a:latin typeface="Arial"/>
                <a:ea typeface="Arial"/>
                <a:cs typeface="Arial"/>
              </a:defRPr>
            </a:pPr>
            <a:r>
              <a:rPr sz="1200" b="1">
                <a:solidFill>
                  <a:srgbClr val="FF6978"/>
                </a:solidFill>
                <a:latin typeface="Arial"/>
                <a:ea typeface="Arial"/>
                <a:cs typeface="Arial"/>
              </a:rPr>
              <a:t>Fixed starter values; not tuned on official data.</a:t>
            </a:r>
          </a:p>
        </p:txBody>
      </p:sp>
    </p:spTree>
    <p:extLst>
      <p:ext uri="{BB962C8B-B14F-4D97-AF65-F5344CB8AC3E}">
        <p14:creationId xmlns:p14="http://schemas.microsoft.com/office/powerpoint/2010/main" val="1424496072"/>
      </p:ext>
    </p:extLst>
  </p:cSld>
</p:sld>
</file>

<file path=ppt/slides/slide6.xml><?xml version="1.0" encoding="utf-8"?>
<p:sld xmlns:p="http://schemas.openxmlformats.org/presentationml/2006/main">
  <p:cSld>
    <p:bg>
      <p:bgPr>
        <a:solidFill xmlns:a="http://schemas.openxmlformats.org/drawingml/2006/main">
          <a:srgbClr val="07131F"/>
        </a:solidFill>
      </p:bgPr>
    </p:bg>
    <p:spTree>
      <p:nvGrpSpPr>
        <p:cNvPr id="1" name=""/>
        <p:cNvGrpSpPr/>
        <p:nvPr/>
      </p:nvGrpSpPr>
      <p:grpSpPr>
        <a:xfrm xmlns:a="http://schemas.openxmlformats.org/drawingml/2006/main"/>
      </p:grpSpPr>
      <p:sp>
        <p:nvSpPr>
          <p:cNvPr id="45" name="">
            <a:extLst xmlns:a="http://schemas.openxmlformats.org/drawingml/2006/main">
              <a:ext uri="{FF2B5EF4-FFF2-40B4-BE49-F238E27FC236}">
                <a16:creationId xmlns:a16="http://schemas.microsoft.com/office/drawing/2014/main" id="{58EF0108-5A7E-4FF7-90F2-5830BBA28BD0}"/>
              </a:ext>
            </a:extLst>
          </p:cNvPr>
          <p:cNvSpPr>
            <a:spLocks xmlns:a="http://schemas.openxmlformats.org/drawingml/2006/main" noGrp="1"/>
          </p:cNvSpPr>
          <p:nvPr/>
        </p:nvSpPr>
        <p:spPr>
          <a:xfrm xmlns:a="http://schemas.openxmlformats.org/drawingml/2006/main">
            <a:off x="609600" y="247650"/>
            <a:ext cx="876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36D9D0"/>
                </a:solidFill>
                <a:latin typeface="Arial"/>
                <a:ea typeface="Arial"/>
                <a:cs typeface="Arial"/>
              </a:defRPr>
            </a:defPPr>
            <a:lvl1pPr algn="l">
              <a:defRPr sz="1125" b="1">
                <a:solidFill>
                  <a:srgbClr val="36D9D0"/>
                </a:solidFill>
                <a:latin typeface="Arial"/>
                <a:ea typeface="Arial"/>
                <a:cs typeface="Arial"/>
              </a:defRPr>
            </a:lvl1pPr>
            <a:lvl2pPr algn="l">
              <a:defRPr sz="1125" b="1">
                <a:solidFill>
                  <a:srgbClr val="36D9D0"/>
                </a:solidFill>
                <a:latin typeface="Arial"/>
                <a:ea typeface="Arial"/>
                <a:cs typeface="Arial"/>
              </a:defRPr>
            </a:lvl2pPr>
            <a:lvl3pPr algn="l">
              <a:defRPr sz="1125" b="1">
                <a:solidFill>
                  <a:srgbClr val="36D9D0"/>
                </a:solidFill>
                <a:latin typeface="Arial"/>
                <a:ea typeface="Arial"/>
                <a:cs typeface="Arial"/>
              </a:defRPr>
            </a:lvl3pPr>
            <a:lvl4pPr algn="l">
              <a:defRPr sz="1125" b="1">
                <a:solidFill>
                  <a:srgbClr val="36D9D0"/>
                </a:solidFill>
                <a:latin typeface="Arial"/>
                <a:ea typeface="Arial"/>
                <a:cs typeface="Arial"/>
              </a:defRPr>
            </a:lvl4pPr>
            <a:lvl5pPr algn="l">
              <a:defRPr sz="1125" b="1">
                <a:solidFill>
                  <a:srgbClr val="36D9D0"/>
                </a:solidFill>
                <a:latin typeface="Arial"/>
                <a:ea typeface="Arial"/>
                <a:cs typeface="Arial"/>
              </a:defRPr>
            </a:lvl5pPr>
            <a:lvl6pPr algn="l">
              <a:defRPr sz="1125" b="1">
                <a:solidFill>
                  <a:srgbClr val="36D9D0"/>
                </a:solidFill>
                <a:latin typeface="Arial"/>
                <a:ea typeface="Arial"/>
                <a:cs typeface="Arial"/>
              </a:defRPr>
            </a:lvl6pPr>
            <a:lvl7pPr algn="l">
              <a:defRPr sz="1125" b="1">
                <a:solidFill>
                  <a:srgbClr val="36D9D0"/>
                </a:solidFill>
                <a:latin typeface="Arial"/>
                <a:ea typeface="Arial"/>
                <a:cs typeface="Arial"/>
              </a:defRPr>
            </a:lvl7pPr>
            <a:lvl8pPr algn="l">
              <a:defRPr sz="1125" b="1">
                <a:solidFill>
                  <a:srgbClr val="36D9D0"/>
                </a:solidFill>
                <a:latin typeface="Arial"/>
                <a:ea typeface="Arial"/>
                <a:cs typeface="Arial"/>
              </a:defRPr>
            </a:lvl8pPr>
            <a:lvl9pPr algn="l">
              <a:defRPr sz="1125" b="1">
                <a:solidFill>
                  <a:srgbClr val="36D9D0"/>
                </a:solidFill>
                <a:latin typeface="Arial"/>
                <a:ea typeface="Arial"/>
                <a:cs typeface="Arial"/>
              </a:defRPr>
            </a:lvl9pPr>
          </a:lstStyle>
          <a:p xmlns:a="http://schemas.openxmlformats.org/drawingml/2006/main">
            <a:pPr algn="l">
              <a:defRPr sz="1125" b="1">
                <a:solidFill>
                  <a:srgbClr val="36D9D0"/>
                </a:solidFill>
                <a:latin typeface="Arial"/>
                <a:ea typeface="Arial"/>
                <a:cs typeface="Arial"/>
              </a:defRPr>
            </a:pPr>
            <a:r>
              <a:rPr sz="1125" b="1">
                <a:solidFill>
                  <a:srgbClr val="36D9D0"/>
                </a:solidFill>
                <a:latin typeface="Arial"/>
                <a:ea typeface="Arial"/>
                <a:cs typeface="Arial"/>
              </a:rPr>
              <a:t>SENTINEL PULSE   /   EXPERIMENTS</a:t>
            </a:r>
          </a:p>
        </p:txBody>
      </p:sp>
      <p:sp>
        <p:nvSpPr>
          <p:cNvPr id="2" name="">
            <a:extLst xmlns:a="http://schemas.openxmlformats.org/drawingml/2006/main">
              <a:ext uri="{FF2B5EF4-FFF2-40B4-BE49-F238E27FC236}">
                <a16:creationId xmlns:a16="http://schemas.microsoft.com/office/drawing/2014/main" id="{903C7780-1F47-4A36-AF33-193E2F58EA3A}"/>
              </a:ext>
            </a:extLst>
          </p:cNvPr>
          <p:cNvSpPr>
            <a:spLocks xmlns:a="http://schemas.openxmlformats.org/drawingml/2006/main" noGrp="1"/>
          </p:cNvSpPr>
          <p:nvPr/>
        </p:nvSpPr>
        <p:spPr>
          <a:xfrm xmlns:a="http://schemas.openxmlformats.org/drawingml/2006/main">
            <a:off x="609600" y="590550"/>
            <a:ext cx="10972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700" b="1">
                <a:solidFill>
                  <a:srgbClr val="F2F7FA"/>
                </a:solidFill>
                <a:latin typeface="Arial"/>
                <a:ea typeface="Arial"/>
                <a:cs typeface="Arial"/>
              </a:defRPr>
            </a:defPPr>
            <a:lvl1pPr algn="l">
              <a:defRPr sz="2700" b="1">
                <a:solidFill>
                  <a:srgbClr val="F2F7FA"/>
                </a:solidFill>
                <a:latin typeface="Arial"/>
                <a:ea typeface="Arial"/>
                <a:cs typeface="Arial"/>
              </a:defRPr>
            </a:lvl1pPr>
            <a:lvl2pPr algn="l">
              <a:defRPr sz="2700" b="1">
                <a:solidFill>
                  <a:srgbClr val="F2F7FA"/>
                </a:solidFill>
                <a:latin typeface="Arial"/>
                <a:ea typeface="Arial"/>
                <a:cs typeface="Arial"/>
              </a:defRPr>
            </a:lvl2pPr>
            <a:lvl3pPr algn="l">
              <a:defRPr sz="2700" b="1">
                <a:solidFill>
                  <a:srgbClr val="F2F7FA"/>
                </a:solidFill>
                <a:latin typeface="Arial"/>
                <a:ea typeface="Arial"/>
                <a:cs typeface="Arial"/>
              </a:defRPr>
            </a:lvl3pPr>
            <a:lvl4pPr algn="l">
              <a:defRPr sz="2700" b="1">
                <a:solidFill>
                  <a:srgbClr val="F2F7FA"/>
                </a:solidFill>
                <a:latin typeface="Arial"/>
                <a:ea typeface="Arial"/>
                <a:cs typeface="Arial"/>
              </a:defRPr>
            </a:lvl4pPr>
            <a:lvl5pPr algn="l">
              <a:defRPr sz="2700" b="1">
                <a:solidFill>
                  <a:srgbClr val="F2F7FA"/>
                </a:solidFill>
                <a:latin typeface="Arial"/>
                <a:ea typeface="Arial"/>
                <a:cs typeface="Arial"/>
              </a:defRPr>
            </a:lvl5pPr>
            <a:lvl6pPr algn="l">
              <a:defRPr sz="2700" b="1">
                <a:solidFill>
                  <a:srgbClr val="F2F7FA"/>
                </a:solidFill>
                <a:latin typeface="Arial"/>
                <a:ea typeface="Arial"/>
                <a:cs typeface="Arial"/>
              </a:defRPr>
            </a:lvl6pPr>
            <a:lvl7pPr algn="l">
              <a:defRPr sz="2700" b="1">
                <a:solidFill>
                  <a:srgbClr val="F2F7FA"/>
                </a:solidFill>
                <a:latin typeface="Arial"/>
                <a:ea typeface="Arial"/>
                <a:cs typeface="Arial"/>
              </a:defRPr>
            </a:lvl7pPr>
            <a:lvl8pPr algn="l">
              <a:defRPr sz="2700" b="1">
                <a:solidFill>
                  <a:srgbClr val="F2F7FA"/>
                </a:solidFill>
                <a:latin typeface="Arial"/>
                <a:ea typeface="Arial"/>
                <a:cs typeface="Arial"/>
              </a:defRPr>
            </a:lvl8pPr>
            <a:lvl9pPr algn="l">
              <a:defRPr sz="2700" b="1">
                <a:solidFill>
                  <a:srgbClr val="F2F7FA"/>
                </a:solidFill>
                <a:latin typeface="Arial"/>
                <a:ea typeface="Arial"/>
                <a:cs typeface="Arial"/>
              </a:defRPr>
            </a:lvl9pPr>
          </a:lstStyle>
          <a:p xmlns:a="http://schemas.openxmlformats.org/drawingml/2006/main">
            <a:pPr algn="l">
              <a:defRPr sz="2700" b="1">
                <a:solidFill>
                  <a:srgbClr val="F2F7FA"/>
                </a:solidFill>
                <a:latin typeface="Arial"/>
                <a:ea typeface="Arial"/>
                <a:cs typeface="Arial"/>
              </a:defRPr>
            </a:pPr>
            <a:r>
              <a:rPr sz="2700" b="1">
                <a:solidFill>
                  <a:srgbClr val="F2F7FA"/>
                </a:solidFill>
                <a:latin typeface="Arial"/>
                <a:ea typeface="Arial"/>
                <a:cs typeface="Arial"/>
              </a:rPr>
              <a:t>We have a reproducible smoke run, not a selected model</a:t>
            </a:r>
          </a:p>
        </p:txBody>
      </p:sp>
      <p:sp>
        <p:nvSpPr>
          <p:cNvPr id="3" name="">
            <a:extLst xmlns:a="http://schemas.openxmlformats.org/drawingml/2006/main">
              <a:ext uri="{FF2B5EF4-FFF2-40B4-BE49-F238E27FC236}">
                <a16:creationId xmlns:a16="http://schemas.microsoft.com/office/drawing/2014/main" id="{C3AFA96C-2B00-4E9D-9B59-F1ED6C0F5E3F}"/>
              </a:ext>
            </a:extLst>
          </p:cNvPr>
          <p:cNvSpPr>
            <a:spLocks xmlns:a="http://schemas.openxmlformats.org/drawingml/2006/main" noGrp="1"/>
          </p:cNvSpPr>
          <p:nvPr/>
        </p:nvSpPr>
        <p:spPr>
          <a:xfrm xmlns:a="http://schemas.openxmlformats.org/drawingml/2006/main">
            <a:off x="609600" y="1200150"/>
            <a:ext cx="10972800" cy="9525"/>
          </a:xfrm>
          <a:prstGeom xmlns:a="http://schemas.openxmlformats.org/drawingml/2006/main" prst="rect">
            <a:avLst/>
          </a:prstGeom>
          <a:solidFill xmlns:a="http://schemas.openxmlformats.org/drawingml/2006/main">
            <a:srgbClr val="284455"/>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5C5B701-6474-45BC-B42F-8D012F0C612E}"/>
              </a:ext>
            </a:extLst>
          </p:cNvPr>
          <p:cNvSpPr>
            <a:spLocks xmlns:a="http://schemas.openxmlformats.org/drawingml/2006/main" noGrp="1"/>
          </p:cNvSpPr>
          <p:nvPr/>
        </p:nvSpPr>
        <p:spPr>
          <a:xfrm xmlns:a="http://schemas.openxmlformats.org/drawingml/2006/main">
            <a:off x="609600" y="6496050"/>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00" b="0">
                <a:solidFill>
                  <a:srgbClr val="B2C4CF"/>
                </a:solidFill>
                <a:latin typeface="Arial"/>
                <a:ea typeface="Arial"/>
                <a:cs typeface="Arial"/>
              </a:defRPr>
            </a:defPPr>
            <a:lvl1pPr algn="r">
              <a:defRPr sz="900" b="0">
                <a:solidFill>
                  <a:srgbClr val="B2C4CF"/>
                </a:solidFill>
                <a:latin typeface="Arial"/>
                <a:ea typeface="Arial"/>
                <a:cs typeface="Arial"/>
              </a:defRPr>
            </a:lvl1pPr>
            <a:lvl2pPr algn="r">
              <a:defRPr sz="900" b="0">
                <a:solidFill>
                  <a:srgbClr val="B2C4CF"/>
                </a:solidFill>
                <a:latin typeface="Arial"/>
                <a:ea typeface="Arial"/>
                <a:cs typeface="Arial"/>
              </a:defRPr>
            </a:lvl2pPr>
            <a:lvl3pPr algn="r">
              <a:defRPr sz="900" b="0">
                <a:solidFill>
                  <a:srgbClr val="B2C4CF"/>
                </a:solidFill>
                <a:latin typeface="Arial"/>
                <a:ea typeface="Arial"/>
                <a:cs typeface="Arial"/>
              </a:defRPr>
            </a:lvl3pPr>
            <a:lvl4pPr algn="r">
              <a:defRPr sz="900" b="0">
                <a:solidFill>
                  <a:srgbClr val="B2C4CF"/>
                </a:solidFill>
                <a:latin typeface="Arial"/>
                <a:ea typeface="Arial"/>
                <a:cs typeface="Arial"/>
              </a:defRPr>
            </a:lvl4pPr>
            <a:lvl5pPr algn="r">
              <a:defRPr sz="900" b="0">
                <a:solidFill>
                  <a:srgbClr val="B2C4CF"/>
                </a:solidFill>
                <a:latin typeface="Arial"/>
                <a:ea typeface="Arial"/>
                <a:cs typeface="Arial"/>
              </a:defRPr>
            </a:lvl5pPr>
            <a:lvl6pPr algn="r">
              <a:defRPr sz="900" b="0">
                <a:solidFill>
                  <a:srgbClr val="B2C4CF"/>
                </a:solidFill>
                <a:latin typeface="Arial"/>
                <a:ea typeface="Arial"/>
                <a:cs typeface="Arial"/>
              </a:defRPr>
            </a:lvl6pPr>
            <a:lvl7pPr algn="r">
              <a:defRPr sz="900" b="0">
                <a:solidFill>
                  <a:srgbClr val="B2C4CF"/>
                </a:solidFill>
                <a:latin typeface="Arial"/>
                <a:ea typeface="Arial"/>
                <a:cs typeface="Arial"/>
              </a:defRPr>
            </a:lvl7pPr>
            <a:lvl8pPr algn="r">
              <a:defRPr sz="900" b="0">
                <a:solidFill>
                  <a:srgbClr val="B2C4CF"/>
                </a:solidFill>
                <a:latin typeface="Arial"/>
                <a:ea typeface="Arial"/>
                <a:cs typeface="Arial"/>
              </a:defRPr>
            </a:lvl8pPr>
            <a:lvl9pPr algn="r">
              <a:defRPr sz="900" b="0">
                <a:solidFill>
                  <a:srgbClr val="B2C4CF"/>
                </a:solidFill>
                <a:latin typeface="Arial"/>
                <a:ea typeface="Arial"/>
                <a:cs typeface="Arial"/>
              </a:defRPr>
            </a:lvl9pPr>
          </a:lstStyle>
          <a:p xmlns:a="http://schemas.openxmlformats.org/drawingml/2006/main">
            <a:pPr algn="r">
              <a:defRPr sz="900" b="0">
                <a:solidFill>
                  <a:srgbClr val="B2C4CF"/>
                </a:solidFill>
                <a:latin typeface="Arial"/>
                <a:ea typeface="Arial"/>
                <a:cs typeface="Arial"/>
              </a:defRPr>
            </a:pPr>
            <a:r>
              <a:rPr sz="900" b="0">
                <a:solidFill>
                  <a:srgbClr val="B2C4CF"/>
                </a:solidFill>
                <a:latin typeface="Arial"/>
                <a:ea typeface="Arial"/>
                <a:cs typeface="Arial"/>
              </a:rPr>
              <a:t>UTKRISHTA 2026  ·  CHALLENGE 2  ·  06 / 10</a:t>
            </a:r>
          </a:p>
        </p:txBody>
      </p:sp>
      <p:sp>
        <p:nvSpPr>
          <p:cNvPr id="5" name="">
            <a:extLst xmlns:a="http://schemas.openxmlformats.org/drawingml/2006/main">
              <a:ext uri="{FF2B5EF4-FFF2-40B4-BE49-F238E27FC236}">
                <a16:creationId xmlns:a16="http://schemas.microsoft.com/office/drawing/2014/main" id="{DEB2934D-34D9-4178-B8DE-5EA67756221F}"/>
              </a:ext>
            </a:extLst>
          </p:cNvPr>
          <p:cNvSpPr>
            <a:spLocks xmlns:a="http://schemas.openxmlformats.org/drawingml/2006/main" noGrp="1"/>
          </p:cNvSpPr>
          <p:nvPr/>
        </p:nvSpPr>
        <p:spPr>
          <a:xfrm xmlns:a="http://schemas.openxmlformats.org/drawingml/2006/main">
            <a:off x="647700" y="1809750"/>
            <a:ext cx="3352800" cy="3429000"/>
          </a:xfrm>
          <a:prstGeom xmlns:a="http://schemas.openxmlformats.org/drawingml/2006/main" prst="roundRect">
            <a:avLst>
              <a:gd name="adj" fmla="val 2273"/>
            </a:avLst>
          </a:prstGeom>
          <a:solidFill xmlns:a="http://schemas.openxmlformats.org/drawingml/2006/main">
            <a:srgbClr val="102332"/>
          </a:solidFill>
          <a:ln xmlns:a="http://schemas.openxmlformats.org/drawingml/2006/main" w="9525">
            <a:solidFill>
              <a:srgbClr val="284455"/>
            </a:solidFill>
            <a:prstDash val="solid"/>
          </a:ln>
        </p:spPr>
      </p:sp>
      <p:sp>
        <p:nvSpPr>
          <p:cNvPr id="6" name="">
            <a:extLst xmlns:a="http://schemas.openxmlformats.org/drawingml/2006/main">
              <a:ext uri="{FF2B5EF4-FFF2-40B4-BE49-F238E27FC236}">
                <a16:creationId xmlns:a16="http://schemas.microsoft.com/office/drawing/2014/main" id="{3849C181-6554-4E82-AF7F-2157A67E0E4D}"/>
              </a:ext>
            </a:extLst>
          </p:cNvPr>
          <p:cNvSpPr>
            <a:spLocks xmlns:a="http://schemas.openxmlformats.org/drawingml/2006/main" noGrp="1"/>
          </p:cNvSpPr>
          <p:nvPr/>
        </p:nvSpPr>
        <p:spPr>
          <a:xfrm xmlns:a="http://schemas.openxmlformats.org/drawingml/2006/main">
            <a:off x="647700" y="1809750"/>
            <a:ext cx="38100" cy="3429000"/>
          </a:xfrm>
          <a:prstGeom xmlns:a="http://schemas.openxmlformats.org/drawingml/2006/main" prst="rect">
            <a:avLst/>
          </a:prstGeom>
          <a:solidFill xmlns:a="http://schemas.openxmlformats.org/drawingml/2006/main">
            <a:srgbClr val="36D9D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2775B2F9-19B9-4BF6-9FCA-CE7996A7CD13}"/>
              </a:ext>
            </a:extLst>
          </p:cNvPr>
          <p:cNvSpPr>
            <a:spLocks xmlns:a="http://schemas.openxmlformats.org/drawingml/2006/main" noGrp="1"/>
          </p:cNvSpPr>
          <p:nvPr/>
        </p:nvSpPr>
        <p:spPr>
          <a:xfrm xmlns:a="http://schemas.openxmlformats.org/drawingml/2006/main">
            <a:off x="876300" y="2047875"/>
            <a:ext cx="2895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36D9D0"/>
                </a:solidFill>
                <a:latin typeface="Arial"/>
                <a:ea typeface="Arial"/>
                <a:cs typeface="Arial"/>
              </a:defRPr>
            </a:defPPr>
            <a:lvl1pPr algn="l">
              <a:defRPr sz="1650" b="1">
                <a:solidFill>
                  <a:srgbClr val="36D9D0"/>
                </a:solidFill>
                <a:latin typeface="Arial"/>
                <a:ea typeface="Arial"/>
                <a:cs typeface="Arial"/>
              </a:defRPr>
            </a:lvl1pPr>
            <a:lvl2pPr algn="l">
              <a:defRPr sz="1650" b="1">
                <a:solidFill>
                  <a:srgbClr val="36D9D0"/>
                </a:solidFill>
                <a:latin typeface="Arial"/>
                <a:ea typeface="Arial"/>
                <a:cs typeface="Arial"/>
              </a:defRPr>
            </a:lvl2pPr>
            <a:lvl3pPr algn="l">
              <a:defRPr sz="1650" b="1">
                <a:solidFill>
                  <a:srgbClr val="36D9D0"/>
                </a:solidFill>
                <a:latin typeface="Arial"/>
                <a:ea typeface="Arial"/>
                <a:cs typeface="Arial"/>
              </a:defRPr>
            </a:lvl3pPr>
            <a:lvl4pPr algn="l">
              <a:defRPr sz="1650" b="1">
                <a:solidFill>
                  <a:srgbClr val="36D9D0"/>
                </a:solidFill>
                <a:latin typeface="Arial"/>
                <a:ea typeface="Arial"/>
                <a:cs typeface="Arial"/>
              </a:defRPr>
            </a:lvl4pPr>
            <a:lvl5pPr algn="l">
              <a:defRPr sz="1650" b="1">
                <a:solidFill>
                  <a:srgbClr val="36D9D0"/>
                </a:solidFill>
                <a:latin typeface="Arial"/>
                <a:ea typeface="Arial"/>
                <a:cs typeface="Arial"/>
              </a:defRPr>
            </a:lvl5pPr>
            <a:lvl6pPr algn="l">
              <a:defRPr sz="1650" b="1">
                <a:solidFill>
                  <a:srgbClr val="36D9D0"/>
                </a:solidFill>
                <a:latin typeface="Arial"/>
                <a:ea typeface="Arial"/>
                <a:cs typeface="Arial"/>
              </a:defRPr>
            </a:lvl6pPr>
            <a:lvl7pPr algn="l">
              <a:defRPr sz="1650" b="1">
                <a:solidFill>
                  <a:srgbClr val="36D9D0"/>
                </a:solidFill>
                <a:latin typeface="Arial"/>
                <a:ea typeface="Arial"/>
                <a:cs typeface="Arial"/>
              </a:defRPr>
            </a:lvl7pPr>
            <a:lvl8pPr algn="l">
              <a:defRPr sz="1650" b="1">
                <a:solidFill>
                  <a:srgbClr val="36D9D0"/>
                </a:solidFill>
                <a:latin typeface="Arial"/>
                <a:ea typeface="Arial"/>
                <a:cs typeface="Arial"/>
              </a:defRPr>
            </a:lvl8pPr>
            <a:lvl9pPr algn="l">
              <a:defRPr sz="1650" b="1">
                <a:solidFill>
                  <a:srgbClr val="36D9D0"/>
                </a:solidFill>
                <a:latin typeface="Arial"/>
                <a:ea typeface="Arial"/>
                <a:cs typeface="Arial"/>
              </a:defRPr>
            </a:lvl9pPr>
          </a:lstStyle>
          <a:p xmlns:a="http://schemas.openxmlformats.org/drawingml/2006/main">
            <a:pPr algn="l">
              <a:defRPr sz="1650" b="1">
                <a:solidFill>
                  <a:srgbClr val="36D9D0"/>
                </a:solidFill>
                <a:latin typeface="Arial"/>
                <a:ea typeface="Arial"/>
                <a:cs typeface="Arial"/>
              </a:defRPr>
            </a:pPr>
            <a:r>
              <a:rPr sz="1650" b="1">
                <a:solidFill>
                  <a:srgbClr val="36D9D0"/>
                </a:solidFill>
                <a:latin typeface="Arial"/>
                <a:ea typeface="Arial"/>
                <a:cs typeface="Arial"/>
              </a:rPr>
              <a:t>Implemented on main</a:t>
            </a:r>
          </a:p>
        </p:txBody>
      </p:sp>
      <p:sp>
        <p:nvSpPr>
          <p:cNvPr id="8" name="">
            <a:extLst xmlns:a="http://schemas.openxmlformats.org/drawingml/2006/main">
              <a:ext uri="{FF2B5EF4-FFF2-40B4-BE49-F238E27FC236}">
                <a16:creationId xmlns:a16="http://schemas.microsoft.com/office/drawing/2014/main" id="{B18F5F90-F2DD-4802-9392-83DC26E91C05}"/>
              </a:ext>
            </a:extLst>
          </p:cNvPr>
          <p:cNvSpPr>
            <a:spLocks xmlns:a="http://schemas.openxmlformats.org/drawingml/2006/main" noGrp="1"/>
          </p:cNvSpPr>
          <p:nvPr/>
        </p:nvSpPr>
        <p:spPr>
          <a:xfrm xmlns:a="http://schemas.openxmlformats.org/drawingml/2006/main">
            <a:off x="885825" y="2752725"/>
            <a:ext cx="85725" cy="85725"/>
          </a:xfrm>
          <a:prstGeom xmlns:a="http://schemas.openxmlformats.org/drawingml/2006/main" prst="ellipse">
            <a:avLst/>
          </a:prstGeom>
          <a:solidFill xmlns:a="http://schemas.openxmlformats.org/drawingml/2006/main">
            <a:srgbClr val="36D9D0"/>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C0023108-5CF0-4CB4-B436-66B570E61BB0}"/>
              </a:ext>
            </a:extLst>
          </p:cNvPr>
          <p:cNvSpPr>
            <a:spLocks xmlns:a="http://schemas.openxmlformats.org/drawingml/2006/main" noGrp="1"/>
          </p:cNvSpPr>
          <p:nvPr/>
        </p:nvSpPr>
        <p:spPr>
          <a:xfrm xmlns:a="http://schemas.openxmlformats.org/drawingml/2006/main">
            <a:off x="1095375" y="2667000"/>
            <a:ext cx="2667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F2F7FA"/>
                </a:solidFill>
                <a:latin typeface="Arial"/>
                <a:ea typeface="Arial"/>
                <a:cs typeface="Arial"/>
              </a:defRPr>
            </a:defPPr>
            <a:lvl1pPr algn="l">
              <a:defRPr sz="1425" b="0">
                <a:solidFill>
                  <a:srgbClr val="F2F7FA"/>
                </a:solidFill>
                <a:latin typeface="Arial"/>
                <a:ea typeface="Arial"/>
                <a:cs typeface="Arial"/>
              </a:defRPr>
            </a:lvl1pPr>
            <a:lvl2pPr algn="l">
              <a:defRPr sz="1425" b="0">
                <a:solidFill>
                  <a:srgbClr val="F2F7FA"/>
                </a:solidFill>
                <a:latin typeface="Arial"/>
                <a:ea typeface="Arial"/>
                <a:cs typeface="Arial"/>
              </a:defRPr>
            </a:lvl2pPr>
            <a:lvl3pPr algn="l">
              <a:defRPr sz="1425" b="0">
                <a:solidFill>
                  <a:srgbClr val="F2F7FA"/>
                </a:solidFill>
                <a:latin typeface="Arial"/>
                <a:ea typeface="Arial"/>
                <a:cs typeface="Arial"/>
              </a:defRPr>
            </a:lvl3pPr>
            <a:lvl4pPr algn="l">
              <a:defRPr sz="1425" b="0">
                <a:solidFill>
                  <a:srgbClr val="F2F7FA"/>
                </a:solidFill>
                <a:latin typeface="Arial"/>
                <a:ea typeface="Arial"/>
                <a:cs typeface="Arial"/>
              </a:defRPr>
            </a:lvl4pPr>
            <a:lvl5pPr algn="l">
              <a:defRPr sz="1425" b="0">
                <a:solidFill>
                  <a:srgbClr val="F2F7FA"/>
                </a:solidFill>
                <a:latin typeface="Arial"/>
                <a:ea typeface="Arial"/>
                <a:cs typeface="Arial"/>
              </a:defRPr>
            </a:lvl5pPr>
            <a:lvl6pPr algn="l">
              <a:defRPr sz="1425" b="0">
                <a:solidFill>
                  <a:srgbClr val="F2F7FA"/>
                </a:solidFill>
                <a:latin typeface="Arial"/>
                <a:ea typeface="Arial"/>
                <a:cs typeface="Arial"/>
              </a:defRPr>
            </a:lvl6pPr>
            <a:lvl7pPr algn="l">
              <a:defRPr sz="1425" b="0">
                <a:solidFill>
                  <a:srgbClr val="F2F7FA"/>
                </a:solidFill>
                <a:latin typeface="Arial"/>
                <a:ea typeface="Arial"/>
                <a:cs typeface="Arial"/>
              </a:defRPr>
            </a:lvl7pPr>
            <a:lvl8pPr algn="l">
              <a:defRPr sz="1425" b="0">
                <a:solidFill>
                  <a:srgbClr val="F2F7FA"/>
                </a:solidFill>
                <a:latin typeface="Arial"/>
                <a:ea typeface="Arial"/>
                <a:cs typeface="Arial"/>
              </a:defRPr>
            </a:lvl8pPr>
            <a:lvl9pPr algn="l">
              <a:defRPr sz="1425" b="0">
                <a:solidFill>
                  <a:srgbClr val="F2F7FA"/>
                </a:solidFill>
                <a:latin typeface="Arial"/>
                <a:ea typeface="Arial"/>
                <a:cs typeface="Arial"/>
              </a:defRPr>
            </a:lvl9pPr>
          </a:lstStyle>
          <a:p xmlns:a="http://schemas.openxmlformats.org/drawingml/2006/main">
            <a:pPr algn="l">
              <a:defRPr sz="1425" b="0">
                <a:solidFill>
                  <a:srgbClr val="F2F7FA"/>
                </a:solidFill>
                <a:latin typeface="Arial"/>
                <a:ea typeface="Arial"/>
                <a:cs typeface="Arial"/>
              </a:defRPr>
            </a:pPr>
            <a:r>
              <a:rPr sz="1425" b="0">
                <a:solidFill>
                  <a:srgbClr val="F2F7FA"/>
                </a:solidFill>
                <a:latin typeface="Arial"/>
                <a:ea typeface="Arial"/>
                <a:cs typeface="Arial"/>
              </a:rPr>
              <a:t>Rolling MAD starter</a:t>
            </a:r>
          </a:p>
        </p:txBody>
      </p:sp>
      <p:sp>
        <p:nvSpPr>
          <p:cNvPr id="10" name="">
            <a:extLst xmlns:a="http://schemas.openxmlformats.org/drawingml/2006/main">
              <a:ext uri="{FF2B5EF4-FFF2-40B4-BE49-F238E27FC236}">
                <a16:creationId xmlns:a16="http://schemas.microsoft.com/office/drawing/2014/main" id="{12800024-D251-4F1D-B55C-5F8281F16B55}"/>
              </a:ext>
            </a:extLst>
          </p:cNvPr>
          <p:cNvSpPr>
            <a:spLocks xmlns:a="http://schemas.openxmlformats.org/drawingml/2006/main" noGrp="1"/>
          </p:cNvSpPr>
          <p:nvPr/>
        </p:nvSpPr>
        <p:spPr>
          <a:xfrm xmlns:a="http://schemas.openxmlformats.org/drawingml/2006/main">
            <a:off x="885825" y="3209925"/>
            <a:ext cx="85725" cy="85725"/>
          </a:xfrm>
          <a:prstGeom xmlns:a="http://schemas.openxmlformats.org/drawingml/2006/main" prst="ellipse">
            <a:avLst/>
          </a:prstGeom>
          <a:solidFill xmlns:a="http://schemas.openxmlformats.org/drawingml/2006/main">
            <a:srgbClr val="36D9D0"/>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8E8FF93B-8D73-41CB-8BBD-55DF7F981647}"/>
              </a:ext>
            </a:extLst>
          </p:cNvPr>
          <p:cNvSpPr>
            <a:spLocks xmlns:a="http://schemas.openxmlformats.org/drawingml/2006/main" noGrp="1"/>
          </p:cNvSpPr>
          <p:nvPr/>
        </p:nvSpPr>
        <p:spPr>
          <a:xfrm xmlns:a="http://schemas.openxmlformats.org/drawingml/2006/main">
            <a:off x="1095375" y="3124200"/>
            <a:ext cx="2667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F2F7FA"/>
                </a:solidFill>
                <a:latin typeface="Arial"/>
                <a:ea typeface="Arial"/>
                <a:cs typeface="Arial"/>
              </a:defRPr>
            </a:defPPr>
            <a:lvl1pPr algn="l">
              <a:defRPr sz="1425" b="0">
                <a:solidFill>
                  <a:srgbClr val="F2F7FA"/>
                </a:solidFill>
                <a:latin typeface="Arial"/>
                <a:ea typeface="Arial"/>
                <a:cs typeface="Arial"/>
              </a:defRPr>
            </a:lvl1pPr>
            <a:lvl2pPr algn="l">
              <a:defRPr sz="1425" b="0">
                <a:solidFill>
                  <a:srgbClr val="F2F7FA"/>
                </a:solidFill>
                <a:latin typeface="Arial"/>
                <a:ea typeface="Arial"/>
                <a:cs typeface="Arial"/>
              </a:defRPr>
            </a:lvl2pPr>
            <a:lvl3pPr algn="l">
              <a:defRPr sz="1425" b="0">
                <a:solidFill>
                  <a:srgbClr val="F2F7FA"/>
                </a:solidFill>
                <a:latin typeface="Arial"/>
                <a:ea typeface="Arial"/>
                <a:cs typeface="Arial"/>
              </a:defRPr>
            </a:lvl3pPr>
            <a:lvl4pPr algn="l">
              <a:defRPr sz="1425" b="0">
                <a:solidFill>
                  <a:srgbClr val="F2F7FA"/>
                </a:solidFill>
                <a:latin typeface="Arial"/>
                <a:ea typeface="Arial"/>
                <a:cs typeface="Arial"/>
              </a:defRPr>
            </a:lvl4pPr>
            <a:lvl5pPr algn="l">
              <a:defRPr sz="1425" b="0">
                <a:solidFill>
                  <a:srgbClr val="F2F7FA"/>
                </a:solidFill>
                <a:latin typeface="Arial"/>
                <a:ea typeface="Arial"/>
                <a:cs typeface="Arial"/>
              </a:defRPr>
            </a:lvl5pPr>
            <a:lvl6pPr algn="l">
              <a:defRPr sz="1425" b="0">
                <a:solidFill>
                  <a:srgbClr val="F2F7FA"/>
                </a:solidFill>
                <a:latin typeface="Arial"/>
                <a:ea typeface="Arial"/>
                <a:cs typeface="Arial"/>
              </a:defRPr>
            </a:lvl6pPr>
            <a:lvl7pPr algn="l">
              <a:defRPr sz="1425" b="0">
                <a:solidFill>
                  <a:srgbClr val="F2F7FA"/>
                </a:solidFill>
                <a:latin typeface="Arial"/>
                <a:ea typeface="Arial"/>
                <a:cs typeface="Arial"/>
              </a:defRPr>
            </a:lvl7pPr>
            <a:lvl8pPr algn="l">
              <a:defRPr sz="1425" b="0">
                <a:solidFill>
                  <a:srgbClr val="F2F7FA"/>
                </a:solidFill>
                <a:latin typeface="Arial"/>
                <a:ea typeface="Arial"/>
                <a:cs typeface="Arial"/>
              </a:defRPr>
            </a:lvl8pPr>
            <a:lvl9pPr algn="l">
              <a:defRPr sz="1425" b="0">
                <a:solidFill>
                  <a:srgbClr val="F2F7FA"/>
                </a:solidFill>
                <a:latin typeface="Arial"/>
                <a:ea typeface="Arial"/>
                <a:cs typeface="Arial"/>
              </a:defRPr>
            </a:lvl9pPr>
          </a:lstStyle>
          <a:p xmlns:a="http://schemas.openxmlformats.org/drawingml/2006/main">
            <a:pPr algn="l">
              <a:defRPr sz="1425" b="0">
                <a:solidFill>
                  <a:srgbClr val="F2F7FA"/>
                </a:solidFill>
                <a:latin typeface="Arial"/>
                <a:ea typeface="Arial"/>
                <a:cs typeface="Arial"/>
              </a:defRPr>
            </a:pPr>
            <a:r>
              <a:rPr sz="1425" b="0">
                <a:solidFill>
                  <a:srgbClr val="F2F7FA"/>
                </a:solidFill>
                <a:latin typeface="Arial"/>
                <a:ea typeface="Arial"/>
                <a:cs typeface="Arial"/>
              </a:rPr>
              <a:t>Causal CLI replay</a:t>
            </a:r>
          </a:p>
        </p:txBody>
      </p:sp>
      <p:sp>
        <p:nvSpPr>
          <p:cNvPr id="12" name="">
            <a:extLst xmlns:a="http://schemas.openxmlformats.org/drawingml/2006/main">
              <a:ext uri="{FF2B5EF4-FFF2-40B4-BE49-F238E27FC236}">
                <a16:creationId xmlns:a16="http://schemas.microsoft.com/office/drawing/2014/main" id="{369212A1-6249-4552-A4E1-92411A5F4381}"/>
              </a:ext>
            </a:extLst>
          </p:cNvPr>
          <p:cNvSpPr>
            <a:spLocks xmlns:a="http://schemas.openxmlformats.org/drawingml/2006/main" noGrp="1"/>
          </p:cNvSpPr>
          <p:nvPr/>
        </p:nvSpPr>
        <p:spPr>
          <a:xfrm xmlns:a="http://schemas.openxmlformats.org/drawingml/2006/main">
            <a:off x="885825" y="3667125"/>
            <a:ext cx="85725" cy="85725"/>
          </a:xfrm>
          <a:prstGeom xmlns:a="http://schemas.openxmlformats.org/drawingml/2006/main" prst="ellipse">
            <a:avLst/>
          </a:prstGeom>
          <a:solidFill xmlns:a="http://schemas.openxmlformats.org/drawingml/2006/main">
            <a:srgbClr val="36D9D0"/>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A5C86A77-6F4F-4F2A-9963-89FDEA916934}"/>
              </a:ext>
            </a:extLst>
          </p:cNvPr>
          <p:cNvSpPr>
            <a:spLocks xmlns:a="http://schemas.openxmlformats.org/drawingml/2006/main" noGrp="1"/>
          </p:cNvSpPr>
          <p:nvPr/>
        </p:nvSpPr>
        <p:spPr>
          <a:xfrm xmlns:a="http://schemas.openxmlformats.org/drawingml/2006/main">
            <a:off x="1095375" y="3581400"/>
            <a:ext cx="2667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F2F7FA"/>
                </a:solidFill>
                <a:latin typeface="Arial"/>
                <a:ea typeface="Arial"/>
                <a:cs typeface="Arial"/>
              </a:defRPr>
            </a:defPPr>
            <a:lvl1pPr algn="l">
              <a:defRPr sz="1425" b="0">
                <a:solidFill>
                  <a:srgbClr val="F2F7FA"/>
                </a:solidFill>
                <a:latin typeface="Arial"/>
                <a:ea typeface="Arial"/>
                <a:cs typeface="Arial"/>
              </a:defRPr>
            </a:lvl1pPr>
            <a:lvl2pPr algn="l">
              <a:defRPr sz="1425" b="0">
                <a:solidFill>
                  <a:srgbClr val="F2F7FA"/>
                </a:solidFill>
                <a:latin typeface="Arial"/>
                <a:ea typeface="Arial"/>
                <a:cs typeface="Arial"/>
              </a:defRPr>
            </a:lvl2pPr>
            <a:lvl3pPr algn="l">
              <a:defRPr sz="1425" b="0">
                <a:solidFill>
                  <a:srgbClr val="F2F7FA"/>
                </a:solidFill>
                <a:latin typeface="Arial"/>
                <a:ea typeface="Arial"/>
                <a:cs typeface="Arial"/>
              </a:defRPr>
            </a:lvl3pPr>
            <a:lvl4pPr algn="l">
              <a:defRPr sz="1425" b="0">
                <a:solidFill>
                  <a:srgbClr val="F2F7FA"/>
                </a:solidFill>
                <a:latin typeface="Arial"/>
                <a:ea typeface="Arial"/>
                <a:cs typeface="Arial"/>
              </a:defRPr>
            </a:lvl4pPr>
            <a:lvl5pPr algn="l">
              <a:defRPr sz="1425" b="0">
                <a:solidFill>
                  <a:srgbClr val="F2F7FA"/>
                </a:solidFill>
                <a:latin typeface="Arial"/>
                <a:ea typeface="Arial"/>
                <a:cs typeface="Arial"/>
              </a:defRPr>
            </a:lvl5pPr>
            <a:lvl6pPr algn="l">
              <a:defRPr sz="1425" b="0">
                <a:solidFill>
                  <a:srgbClr val="F2F7FA"/>
                </a:solidFill>
                <a:latin typeface="Arial"/>
                <a:ea typeface="Arial"/>
                <a:cs typeface="Arial"/>
              </a:defRPr>
            </a:lvl6pPr>
            <a:lvl7pPr algn="l">
              <a:defRPr sz="1425" b="0">
                <a:solidFill>
                  <a:srgbClr val="F2F7FA"/>
                </a:solidFill>
                <a:latin typeface="Arial"/>
                <a:ea typeface="Arial"/>
                <a:cs typeface="Arial"/>
              </a:defRPr>
            </a:lvl7pPr>
            <a:lvl8pPr algn="l">
              <a:defRPr sz="1425" b="0">
                <a:solidFill>
                  <a:srgbClr val="F2F7FA"/>
                </a:solidFill>
                <a:latin typeface="Arial"/>
                <a:ea typeface="Arial"/>
                <a:cs typeface="Arial"/>
              </a:defRPr>
            </a:lvl8pPr>
            <a:lvl9pPr algn="l">
              <a:defRPr sz="1425" b="0">
                <a:solidFill>
                  <a:srgbClr val="F2F7FA"/>
                </a:solidFill>
                <a:latin typeface="Arial"/>
                <a:ea typeface="Arial"/>
                <a:cs typeface="Arial"/>
              </a:defRPr>
            </a:lvl9pPr>
          </a:lstStyle>
          <a:p xmlns:a="http://schemas.openxmlformats.org/drawingml/2006/main">
            <a:pPr algn="l">
              <a:defRPr sz="1425" b="0">
                <a:solidFill>
                  <a:srgbClr val="F2F7FA"/>
                </a:solidFill>
                <a:latin typeface="Arial"/>
                <a:ea typeface="Arial"/>
                <a:cs typeface="Arial"/>
              </a:defRPr>
            </a:pPr>
            <a:r>
              <a:rPr sz="1425" b="0">
                <a:solidFill>
                  <a:srgbClr val="F2F7FA"/>
                </a:solidFill>
                <a:latin typeface="Arial"/>
                <a:ea typeface="Arial"/>
                <a:cs typeface="Arial"/>
              </a:rPr>
              <a:t>Run manifest + checksums</a:t>
            </a:r>
          </a:p>
        </p:txBody>
      </p:sp>
      <p:sp>
        <p:nvSpPr>
          <p:cNvPr id="14" name="">
            <a:extLst xmlns:a="http://schemas.openxmlformats.org/drawingml/2006/main">
              <a:ext uri="{FF2B5EF4-FFF2-40B4-BE49-F238E27FC236}">
                <a16:creationId xmlns:a16="http://schemas.microsoft.com/office/drawing/2014/main" id="{573B4E75-CF4C-4F65-A94B-8BE331B2FD43}"/>
              </a:ext>
            </a:extLst>
          </p:cNvPr>
          <p:cNvSpPr>
            <a:spLocks xmlns:a="http://schemas.openxmlformats.org/drawingml/2006/main" noGrp="1"/>
          </p:cNvSpPr>
          <p:nvPr/>
        </p:nvSpPr>
        <p:spPr>
          <a:xfrm xmlns:a="http://schemas.openxmlformats.org/drawingml/2006/main">
            <a:off x="885825" y="4124325"/>
            <a:ext cx="85725" cy="85725"/>
          </a:xfrm>
          <a:prstGeom xmlns:a="http://schemas.openxmlformats.org/drawingml/2006/main" prst="ellipse">
            <a:avLst/>
          </a:prstGeom>
          <a:solidFill xmlns:a="http://schemas.openxmlformats.org/drawingml/2006/main">
            <a:srgbClr val="36D9D0"/>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E01BAFEC-B58F-441B-ABF9-3ECABCCB37CE}"/>
              </a:ext>
            </a:extLst>
          </p:cNvPr>
          <p:cNvSpPr>
            <a:spLocks xmlns:a="http://schemas.openxmlformats.org/drawingml/2006/main" noGrp="1"/>
          </p:cNvSpPr>
          <p:nvPr/>
        </p:nvSpPr>
        <p:spPr>
          <a:xfrm xmlns:a="http://schemas.openxmlformats.org/drawingml/2006/main">
            <a:off x="1095375" y="4038600"/>
            <a:ext cx="2667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F2F7FA"/>
                </a:solidFill>
                <a:latin typeface="Arial"/>
                <a:ea typeface="Arial"/>
                <a:cs typeface="Arial"/>
              </a:defRPr>
            </a:defPPr>
            <a:lvl1pPr algn="l">
              <a:defRPr sz="1425" b="0">
                <a:solidFill>
                  <a:srgbClr val="F2F7FA"/>
                </a:solidFill>
                <a:latin typeface="Arial"/>
                <a:ea typeface="Arial"/>
                <a:cs typeface="Arial"/>
              </a:defRPr>
            </a:lvl1pPr>
            <a:lvl2pPr algn="l">
              <a:defRPr sz="1425" b="0">
                <a:solidFill>
                  <a:srgbClr val="F2F7FA"/>
                </a:solidFill>
                <a:latin typeface="Arial"/>
                <a:ea typeface="Arial"/>
                <a:cs typeface="Arial"/>
              </a:defRPr>
            </a:lvl2pPr>
            <a:lvl3pPr algn="l">
              <a:defRPr sz="1425" b="0">
                <a:solidFill>
                  <a:srgbClr val="F2F7FA"/>
                </a:solidFill>
                <a:latin typeface="Arial"/>
                <a:ea typeface="Arial"/>
                <a:cs typeface="Arial"/>
              </a:defRPr>
            </a:lvl3pPr>
            <a:lvl4pPr algn="l">
              <a:defRPr sz="1425" b="0">
                <a:solidFill>
                  <a:srgbClr val="F2F7FA"/>
                </a:solidFill>
                <a:latin typeface="Arial"/>
                <a:ea typeface="Arial"/>
                <a:cs typeface="Arial"/>
              </a:defRPr>
            </a:lvl4pPr>
            <a:lvl5pPr algn="l">
              <a:defRPr sz="1425" b="0">
                <a:solidFill>
                  <a:srgbClr val="F2F7FA"/>
                </a:solidFill>
                <a:latin typeface="Arial"/>
                <a:ea typeface="Arial"/>
                <a:cs typeface="Arial"/>
              </a:defRPr>
            </a:lvl5pPr>
            <a:lvl6pPr algn="l">
              <a:defRPr sz="1425" b="0">
                <a:solidFill>
                  <a:srgbClr val="F2F7FA"/>
                </a:solidFill>
                <a:latin typeface="Arial"/>
                <a:ea typeface="Arial"/>
                <a:cs typeface="Arial"/>
              </a:defRPr>
            </a:lvl6pPr>
            <a:lvl7pPr algn="l">
              <a:defRPr sz="1425" b="0">
                <a:solidFill>
                  <a:srgbClr val="F2F7FA"/>
                </a:solidFill>
                <a:latin typeface="Arial"/>
                <a:ea typeface="Arial"/>
                <a:cs typeface="Arial"/>
              </a:defRPr>
            </a:lvl7pPr>
            <a:lvl8pPr algn="l">
              <a:defRPr sz="1425" b="0">
                <a:solidFill>
                  <a:srgbClr val="F2F7FA"/>
                </a:solidFill>
                <a:latin typeface="Arial"/>
                <a:ea typeface="Arial"/>
                <a:cs typeface="Arial"/>
              </a:defRPr>
            </a:lvl8pPr>
            <a:lvl9pPr algn="l">
              <a:defRPr sz="1425" b="0">
                <a:solidFill>
                  <a:srgbClr val="F2F7FA"/>
                </a:solidFill>
                <a:latin typeface="Arial"/>
                <a:ea typeface="Arial"/>
                <a:cs typeface="Arial"/>
              </a:defRPr>
            </a:lvl9pPr>
          </a:lstStyle>
          <a:p xmlns:a="http://schemas.openxmlformats.org/drawingml/2006/main">
            <a:pPr algn="l">
              <a:defRPr sz="1425" b="0">
                <a:solidFill>
                  <a:srgbClr val="F2F7FA"/>
                </a:solidFill>
                <a:latin typeface="Arial"/>
                <a:ea typeface="Arial"/>
                <a:cs typeface="Arial"/>
              </a:defRPr>
            </a:pPr>
            <a:r>
              <a:rPr sz="1425" b="0">
                <a:solidFill>
                  <a:srgbClr val="F2F7FA"/>
                </a:solidFill>
                <a:latin typeface="Arial"/>
                <a:ea typeface="Arial"/>
                <a:cs typeface="Arial"/>
              </a:rPr>
              <a:t>Provisional evaluator</a:t>
            </a:r>
          </a:p>
        </p:txBody>
      </p:sp>
      <p:sp>
        <p:nvSpPr>
          <p:cNvPr id="16" name="">
            <a:extLst xmlns:a="http://schemas.openxmlformats.org/drawingml/2006/main">
              <a:ext uri="{FF2B5EF4-FFF2-40B4-BE49-F238E27FC236}">
                <a16:creationId xmlns:a16="http://schemas.microsoft.com/office/drawing/2014/main" id="{8EAB2C01-C1A7-4094-AEEF-4ABEFD91077A}"/>
              </a:ext>
            </a:extLst>
          </p:cNvPr>
          <p:cNvSpPr>
            <a:spLocks xmlns:a="http://schemas.openxmlformats.org/drawingml/2006/main" noGrp="1"/>
          </p:cNvSpPr>
          <p:nvPr/>
        </p:nvSpPr>
        <p:spPr>
          <a:xfrm xmlns:a="http://schemas.openxmlformats.org/drawingml/2006/main">
            <a:off x="885825" y="4581525"/>
            <a:ext cx="85725" cy="85725"/>
          </a:xfrm>
          <a:prstGeom xmlns:a="http://schemas.openxmlformats.org/drawingml/2006/main" prst="ellipse">
            <a:avLst/>
          </a:prstGeom>
          <a:solidFill xmlns:a="http://schemas.openxmlformats.org/drawingml/2006/main">
            <a:srgbClr val="36D9D0"/>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41B85230-A63F-4583-B2A3-45236803E870}"/>
              </a:ext>
            </a:extLst>
          </p:cNvPr>
          <p:cNvSpPr>
            <a:spLocks xmlns:a="http://schemas.openxmlformats.org/drawingml/2006/main" noGrp="1"/>
          </p:cNvSpPr>
          <p:nvPr/>
        </p:nvSpPr>
        <p:spPr>
          <a:xfrm xmlns:a="http://schemas.openxmlformats.org/drawingml/2006/main">
            <a:off x="1095375" y="4495800"/>
            <a:ext cx="2667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F2F7FA"/>
                </a:solidFill>
                <a:latin typeface="Arial"/>
                <a:ea typeface="Arial"/>
                <a:cs typeface="Arial"/>
              </a:defRPr>
            </a:defPPr>
            <a:lvl1pPr algn="l">
              <a:defRPr sz="1425" b="0">
                <a:solidFill>
                  <a:srgbClr val="F2F7FA"/>
                </a:solidFill>
                <a:latin typeface="Arial"/>
                <a:ea typeface="Arial"/>
                <a:cs typeface="Arial"/>
              </a:defRPr>
            </a:lvl1pPr>
            <a:lvl2pPr algn="l">
              <a:defRPr sz="1425" b="0">
                <a:solidFill>
                  <a:srgbClr val="F2F7FA"/>
                </a:solidFill>
                <a:latin typeface="Arial"/>
                <a:ea typeface="Arial"/>
                <a:cs typeface="Arial"/>
              </a:defRPr>
            </a:lvl2pPr>
            <a:lvl3pPr algn="l">
              <a:defRPr sz="1425" b="0">
                <a:solidFill>
                  <a:srgbClr val="F2F7FA"/>
                </a:solidFill>
                <a:latin typeface="Arial"/>
                <a:ea typeface="Arial"/>
                <a:cs typeface="Arial"/>
              </a:defRPr>
            </a:lvl3pPr>
            <a:lvl4pPr algn="l">
              <a:defRPr sz="1425" b="0">
                <a:solidFill>
                  <a:srgbClr val="F2F7FA"/>
                </a:solidFill>
                <a:latin typeface="Arial"/>
                <a:ea typeface="Arial"/>
                <a:cs typeface="Arial"/>
              </a:defRPr>
            </a:lvl4pPr>
            <a:lvl5pPr algn="l">
              <a:defRPr sz="1425" b="0">
                <a:solidFill>
                  <a:srgbClr val="F2F7FA"/>
                </a:solidFill>
                <a:latin typeface="Arial"/>
                <a:ea typeface="Arial"/>
                <a:cs typeface="Arial"/>
              </a:defRPr>
            </a:lvl5pPr>
            <a:lvl6pPr algn="l">
              <a:defRPr sz="1425" b="0">
                <a:solidFill>
                  <a:srgbClr val="F2F7FA"/>
                </a:solidFill>
                <a:latin typeface="Arial"/>
                <a:ea typeface="Arial"/>
                <a:cs typeface="Arial"/>
              </a:defRPr>
            </a:lvl6pPr>
            <a:lvl7pPr algn="l">
              <a:defRPr sz="1425" b="0">
                <a:solidFill>
                  <a:srgbClr val="F2F7FA"/>
                </a:solidFill>
                <a:latin typeface="Arial"/>
                <a:ea typeface="Arial"/>
                <a:cs typeface="Arial"/>
              </a:defRPr>
            </a:lvl7pPr>
            <a:lvl8pPr algn="l">
              <a:defRPr sz="1425" b="0">
                <a:solidFill>
                  <a:srgbClr val="F2F7FA"/>
                </a:solidFill>
                <a:latin typeface="Arial"/>
                <a:ea typeface="Arial"/>
                <a:cs typeface="Arial"/>
              </a:defRPr>
            </a:lvl8pPr>
            <a:lvl9pPr algn="l">
              <a:defRPr sz="1425" b="0">
                <a:solidFill>
                  <a:srgbClr val="F2F7FA"/>
                </a:solidFill>
                <a:latin typeface="Arial"/>
                <a:ea typeface="Arial"/>
                <a:cs typeface="Arial"/>
              </a:defRPr>
            </a:lvl9pPr>
          </a:lstStyle>
          <a:p xmlns:a="http://schemas.openxmlformats.org/drawingml/2006/main">
            <a:pPr algn="l">
              <a:defRPr sz="1425" b="0">
                <a:solidFill>
                  <a:srgbClr val="F2F7FA"/>
                </a:solidFill>
                <a:latin typeface="Arial"/>
                <a:ea typeface="Arial"/>
                <a:cs typeface="Arial"/>
              </a:defRPr>
            </a:pPr>
            <a:r>
              <a:rPr sz="1425" b="0">
                <a:solidFill>
                  <a:srgbClr val="F2F7FA"/>
                </a:solidFill>
                <a:latin typeface="Arial"/>
                <a:ea typeface="Arial"/>
                <a:cs typeface="Arial"/>
              </a:rPr>
              <a:t>Read-only Mission Control</a:t>
            </a:r>
          </a:p>
        </p:txBody>
      </p:sp>
      <p:sp>
        <p:nvSpPr>
          <p:cNvPr id="18" name="">
            <a:extLst xmlns:a="http://schemas.openxmlformats.org/drawingml/2006/main">
              <a:ext uri="{FF2B5EF4-FFF2-40B4-BE49-F238E27FC236}">
                <a16:creationId xmlns:a16="http://schemas.microsoft.com/office/drawing/2014/main" id="{0EAABE14-2004-459A-A856-36E020AEA14B}"/>
              </a:ext>
            </a:extLst>
          </p:cNvPr>
          <p:cNvSpPr>
            <a:spLocks xmlns:a="http://schemas.openxmlformats.org/drawingml/2006/main" noGrp="1"/>
          </p:cNvSpPr>
          <p:nvPr/>
        </p:nvSpPr>
        <p:spPr>
          <a:xfrm xmlns:a="http://schemas.openxmlformats.org/drawingml/2006/main">
            <a:off x="4419600" y="1809750"/>
            <a:ext cx="3352800" cy="3429000"/>
          </a:xfrm>
          <a:prstGeom xmlns:a="http://schemas.openxmlformats.org/drawingml/2006/main" prst="roundRect">
            <a:avLst>
              <a:gd name="adj" fmla="val 2273"/>
            </a:avLst>
          </a:prstGeom>
          <a:solidFill xmlns:a="http://schemas.openxmlformats.org/drawingml/2006/main">
            <a:srgbClr val="102332"/>
          </a:solidFill>
          <a:ln xmlns:a="http://schemas.openxmlformats.org/drawingml/2006/main" w="9525">
            <a:solidFill>
              <a:srgbClr val="284455"/>
            </a:solidFill>
            <a:prstDash val="solid"/>
          </a:ln>
        </p:spPr>
      </p:sp>
      <p:sp>
        <p:nvSpPr>
          <p:cNvPr id="19" name="">
            <a:extLst xmlns:a="http://schemas.openxmlformats.org/drawingml/2006/main">
              <a:ext uri="{FF2B5EF4-FFF2-40B4-BE49-F238E27FC236}">
                <a16:creationId xmlns:a16="http://schemas.microsoft.com/office/drawing/2014/main" id="{C71C8EBA-C736-4F3A-8681-6C1ABE2E8480}"/>
              </a:ext>
            </a:extLst>
          </p:cNvPr>
          <p:cNvSpPr>
            <a:spLocks xmlns:a="http://schemas.openxmlformats.org/drawingml/2006/main" noGrp="1"/>
          </p:cNvSpPr>
          <p:nvPr/>
        </p:nvSpPr>
        <p:spPr>
          <a:xfrm xmlns:a="http://schemas.openxmlformats.org/drawingml/2006/main">
            <a:off x="4419600" y="1809750"/>
            <a:ext cx="38100" cy="3429000"/>
          </a:xfrm>
          <a:prstGeom xmlns:a="http://schemas.openxmlformats.org/drawingml/2006/main" prst="rect">
            <a:avLst/>
          </a:prstGeom>
          <a:solidFill xmlns:a="http://schemas.openxmlformats.org/drawingml/2006/main">
            <a:srgbClr val="F4B860"/>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E0DB9376-35E0-4631-84C8-A31D58CF3080}"/>
              </a:ext>
            </a:extLst>
          </p:cNvPr>
          <p:cNvSpPr>
            <a:spLocks xmlns:a="http://schemas.openxmlformats.org/drawingml/2006/main" noGrp="1"/>
          </p:cNvSpPr>
          <p:nvPr/>
        </p:nvSpPr>
        <p:spPr>
          <a:xfrm xmlns:a="http://schemas.openxmlformats.org/drawingml/2006/main">
            <a:off x="4648200" y="2047875"/>
            <a:ext cx="2895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F4B860"/>
                </a:solidFill>
                <a:latin typeface="Arial"/>
                <a:ea typeface="Arial"/>
                <a:cs typeface="Arial"/>
              </a:defRPr>
            </a:defPPr>
            <a:lvl1pPr algn="l">
              <a:defRPr sz="1650" b="1">
                <a:solidFill>
                  <a:srgbClr val="F4B860"/>
                </a:solidFill>
                <a:latin typeface="Arial"/>
                <a:ea typeface="Arial"/>
                <a:cs typeface="Arial"/>
              </a:defRPr>
            </a:lvl1pPr>
            <a:lvl2pPr algn="l">
              <a:defRPr sz="1650" b="1">
                <a:solidFill>
                  <a:srgbClr val="F4B860"/>
                </a:solidFill>
                <a:latin typeface="Arial"/>
                <a:ea typeface="Arial"/>
                <a:cs typeface="Arial"/>
              </a:defRPr>
            </a:lvl2pPr>
            <a:lvl3pPr algn="l">
              <a:defRPr sz="1650" b="1">
                <a:solidFill>
                  <a:srgbClr val="F4B860"/>
                </a:solidFill>
                <a:latin typeface="Arial"/>
                <a:ea typeface="Arial"/>
                <a:cs typeface="Arial"/>
              </a:defRPr>
            </a:lvl3pPr>
            <a:lvl4pPr algn="l">
              <a:defRPr sz="1650" b="1">
                <a:solidFill>
                  <a:srgbClr val="F4B860"/>
                </a:solidFill>
                <a:latin typeface="Arial"/>
                <a:ea typeface="Arial"/>
                <a:cs typeface="Arial"/>
              </a:defRPr>
            </a:lvl4pPr>
            <a:lvl5pPr algn="l">
              <a:defRPr sz="1650" b="1">
                <a:solidFill>
                  <a:srgbClr val="F4B860"/>
                </a:solidFill>
                <a:latin typeface="Arial"/>
                <a:ea typeface="Arial"/>
                <a:cs typeface="Arial"/>
              </a:defRPr>
            </a:lvl5pPr>
            <a:lvl6pPr algn="l">
              <a:defRPr sz="1650" b="1">
                <a:solidFill>
                  <a:srgbClr val="F4B860"/>
                </a:solidFill>
                <a:latin typeface="Arial"/>
                <a:ea typeface="Arial"/>
                <a:cs typeface="Arial"/>
              </a:defRPr>
            </a:lvl6pPr>
            <a:lvl7pPr algn="l">
              <a:defRPr sz="1650" b="1">
                <a:solidFill>
                  <a:srgbClr val="F4B860"/>
                </a:solidFill>
                <a:latin typeface="Arial"/>
                <a:ea typeface="Arial"/>
                <a:cs typeface="Arial"/>
              </a:defRPr>
            </a:lvl7pPr>
            <a:lvl8pPr algn="l">
              <a:defRPr sz="1650" b="1">
                <a:solidFill>
                  <a:srgbClr val="F4B860"/>
                </a:solidFill>
                <a:latin typeface="Arial"/>
                <a:ea typeface="Arial"/>
                <a:cs typeface="Arial"/>
              </a:defRPr>
            </a:lvl8pPr>
            <a:lvl9pPr algn="l">
              <a:defRPr sz="1650" b="1">
                <a:solidFill>
                  <a:srgbClr val="F4B860"/>
                </a:solidFill>
                <a:latin typeface="Arial"/>
                <a:ea typeface="Arial"/>
                <a:cs typeface="Arial"/>
              </a:defRPr>
            </a:lvl9pPr>
          </a:lstStyle>
          <a:p xmlns:a="http://schemas.openxmlformats.org/drawingml/2006/main">
            <a:pPr algn="l">
              <a:defRPr sz="1650" b="1">
                <a:solidFill>
                  <a:srgbClr val="F4B860"/>
                </a:solidFill>
                <a:latin typeface="Arial"/>
                <a:ea typeface="Arial"/>
                <a:cs typeface="Arial"/>
              </a:defRPr>
            </a:pPr>
            <a:r>
              <a:rPr sz="1650" b="1">
                <a:solidFill>
                  <a:srgbClr val="F4B860"/>
                </a:solidFill>
                <a:latin typeface="Arial"/>
                <a:ea typeface="Arial"/>
                <a:cs typeface="Arial"/>
              </a:rPr>
              <a:t>Measured here</a:t>
            </a:r>
          </a:p>
        </p:txBody>
      </p:sp>
      <p:sp>
        <p:nvSpPr>
          <p:cNvPr id="21" name="">
            <a:extLst xmlns:a="http://schemas.openxmlformats.org/drawingml/2006/main">
              <a:ext uri="{FF2B5EF4-FFF2-40B4-BE49-F238E27FC236}">
                <a16:creationId xmlns:a16="http://schemas.microsoft.com/office/drawing/2014/main" id="{B7139621-D88C-45D9-A3DA-93A52A5E11B0}"/>
              </a:ext>
            </a:extLst>
          </p:cNvPr>
          <p:cNvSpPr>
            <a:spLocks xmlns:a="http://schemas.openxmlformats.org/drawingml/2006/main" noGrp="1"/>
          </p:cNvSpPr>
          <p:nvPr/>
        </p:nvSpPr>
        <p:spPr>
          <a:xfrm xmlns:a="http://schemas.openxmlformats.org/drawingml/2006/main">
            <a:off x="4657725" y="2752725"/>
            <a:ext cx="85725" cy="85725"/>
          </a:xfrm>
          <a:prstGeom xmlns:a="http://schemas.openxmlformats.org/drawingml/2006/main" prst="ellipse">
            <a:avLst/>
          </a:prstGeom>
          <a:solidFill xmlns:a="http://schemas.openxmlformats.org/drawingml/2006/main">
            <a:srgbClr val="36D9D0"/>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49AEED10-B926-4FE7-8257-CA8985F9F284}"/>
              </a:ext>
            </a:extLst>
          </p:cNvPr>
          <p:cNvSpPr>
            <a:spLocks xmlns:a="http://schemas.openxmlformats.org/drawingml/2006/main" noGrp="1"/>
          </p:cNvSpPr>
          <p:nvPr/>
        </p:nvSpPr>
        <p:spPr>
          <a:xfrm xmlns:a="http://schemas.openxmlformats.org/drawingml/2006/main">
            <a:off x="4867275" y="2667000"/>
            <a:ext cx="2667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F2F7FA"/>
                </a:solidFill>
                <a:latin typeface="Arial"/>
                <a:ea typeface="Arial"/>
                <a:cs typeface="Arial"/>
              </a:defRPr>
            </a:defPPr>
            <a:lvl1pPr algn="l">
              <a:defRPr sz="1425" b="0">
                <a:solidFill>
                  <a:srgbClr val="F2F7FA"/>
                </a:solidFill>
                <a:latin typeface="Arial"/>
                <a:ea typeface="Arial"/>
                <a:cs typeface="Arial"/>
              </a:defRPr>
            </a:lvl1pPr>
            <a:lvl2pPr algn="l">
              <a:defRPr sz="1425" b="0">
                <a:solidFill>
                  <a:srgbClr val="F2F7FA"/>
                </a:solidFill>
                <a:latin typeface="Arial"/>
                <a:ea typeface="Arial"/>
                <a:cs typeface="Arial"/>
              </a:defRPr>
            </a:lvl2pPr>
            <a:lvl3pPr algn="l">
              <a:defRPr sz="1425" b="0">
                <a:solidFill>
                  <a:srgbClr val="F2F7FA"/>
                </a:solidFill>
                <a:latin typeface="Arial"/>
                <a:ea typeface="Arial"/>
                <a:cs typeface="Arial"/>
              </a:defRPr>
            </a:lvl3pPr>
            <a:lvl4pPr algn="l">
              <a:defRPr sz="1425" b="0">
                <a:solidFill>
                  <a:srgbClr val="F2F7FA"/>
                </a:solidFill>
                <a:latin typeface="Arial"/>
                <a:ea typeface="Arial"/>
                <a:cs typeface="Arial"/>
              </a:defRPr>
            </a:lvl4pPr>
            <a:lvl5pPr algn="l">
              <a:defRPr sz="1425" b="0">
                <a:solidFill>
                  <a:srgbClr val="F2F7FA"/>
                </a:solidFill>
                <a:latin typeface="Arial"/>
                <a:ea typeface="Arial"/>
                <a:cs typeface="Arial"/>
              </a:defRPr>
            </a:lvl5pPr>
            <a:lvl6pPr algn="l">
              <a:defRPr sz="1425" b="0">
                <a:solidFill>
                  <a:srgbClr val="F2F7FA"/>
                </a:solidFill>
                <a:latin typeface="Arial"/>
                <a:ea typeface="Arial"/>
                <a:cs typeface="Arial"/>
              </a:defRPr>
            </a:lvl6pPr>
            <a:lvl7pPr algn="l">
              <a:defRPr sz="1425" b="0">
                <a:solidFill>
                  <a:srgbClr val="F2F7FA"/>
                </a:solidFill>
                <a:latin typeface="Arial"/>
                <a:ea typeface="Arial"/>
                <a:cs typeface="Arial"/>
              </a:defRPr>
            </a:lvl7pPr>
            <a:lvl8pPr algn="l">
              <a:defRPr sz="1425" b="0">
                <a:solidFill>
                  <a:srgbClr val="F2F7FA"/>
                </a:solidFill>
                <a:latin typeface="Arial"/>
                <a:ea typeface="Arial"/>
                <a:cs typeface="Arial"/>
              </a:defRPr>
            </a:lvl8pPr>
            <a:lvl9pPr algn="l">
              <a:defRPr sz="1425" b="0">
                <a:solidFill>
                  <a:srgbClr val="F2F7FA"/>
                </a:solidFill>
                <a:latin typeface="Arial"/>
                <a:ea typeface="Arial"/>
                <a:cs typeface="Arial"/>
              </a:defRPr>
            </a:lvl9pPr>
          </a:lstStyle>
          <a:p xmlns:a="http://schemas.openxmlformats.org/drawingml/2006/main">
            <a:pPr algn="l">
              <a:defRPr sz="1425" b="0">
                <a:solidFill>
                  <a:srgbClr val="F2F7FA"/>
                </a:solidFill>
                <a:latin typeface="Arial"/>
                <a:ea typeface="Arial"/>
                <a:cs typeface="Arial"/>
              </a:defRPr>
            </a:pPr>
            <a:r>
              <a:rPr sz="1425" b="0">
                <a:solidFill>
                  <a:srgbClr val="F2F7FA"/>
                </a:solidFill>
                <a:latin typeface="Arial"/>
                <a:ea typeface="Arial"/>
                <a:cs typeface="Arial"/>
              </a:rPr>
              <a:t>120 synthetic points</a:t>
            </a:r>
          </a:p>
        </p:txBody>
      </p:sp>
      <p:sp>
        <p:nvSpPr>
          <p:cNvPr id="23" name="">
            <a:extLst xmlns:a="http://schemas.openxmlformats.org/drawingml/2006/main">
              <a:ext uri="{FF2B5EF4-FFF2-40B4-BE49-F238E27FC236}">
                <a16:creationId xmlns:a16="http://schemas.microsoft.com/office/drawing/2014/main" id="{AD46E785-097D-4FD8-930B-944F8EB9F330}"/>
              </a:ext>
            </a:extLst>
          </p:cNvPr>
          <p:cNvSpPr>
            <a:spLocks xmlns:a="http://schemas.openxmlformats.org/drawingml/2006/main" noGrp="1"/>
          </p:cNvSpPr>
          <p:nvPr/>
        </p:nvSpPr>
        <p:spPr>
          <a:xfrm xmlns:a="http://schemas.openxmlformats.org/drawingml/2006/main">
            <a:off x="4657725" y="3209925"/>
            <a:ext cx="85725" cy="85725"/>
          </a:xfrm>
          <a:prstGeom xmlns:a="http://schemas.openxmlformats.org/drawingml/2006/main" prst="ellipse">
            <a:avLst/>
          </a:prstGeom>
          <a:solidFill xmlns:a="http://schemas.openxmlformats.org/drawingml/2006/main">
            <a:srgbClr val="36D9D0"/>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C1C0FE42-0115-42FF-811C-C4E5851C1DA7}"/>
              </a:ext>
            </a:extLst>
          </p:cNvPr>
          <p:cNvSpPr>
            <a:spLocks xmlns:a="http://schemas.openxmlformats.org/drawingml/2006/main" noGrp="1"/>
          </p:cNvSpPr>
          <p:nvPr/>
        </p:nvSpPr>
        <p:spPr>
          <a:xfrm xmlns:a="http://schemas.openxmlformats.org/drawingml/2006/main">
            <a:off x="4867275" y="3124200"/>
            <a:ext cx="2667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F2F7FA"/>
                </a:solidFill>
                <a:latin typeface="Arial"/>
                <a:ea typeface="Arial"/>
                <a:cs typeface="Arial"/>
              </a:defRPr>
            </a:defPPr>
            <a:lvl1pPr algn="l">
              <a:defRPr sz="1425" b="0">
                <a:solidFill>
                  <a:srgbClr val="F2F7FA"/>
                </a:solidFill>
                <a:latin typeface="Arial"/>
                <a:ea typeface="Arial"/>
                <a:cs typeface="Arial"/>
              </a:defRPr>
            </a:lvl1pPr>
            <a:lvl2pPr algn="l">
              <a:defRPr sz="1425" b="0">
                <a:solidFill>
                  <a:srgbClr val="F2F7FA"/>
                </a:solidFill>
                <a:latin typeface="Arial"/>
                <a:ea typeface="Arial"/>
                <a:cs typeface="Arial"/>
              </a:defRPr>
            </a:lvl2pPr>
            <a:lvl3pPr algn="l">
              <a:defRPr sz="1425" b="0">
                <a:solidFill>
                  <a:srgbClr val="F2F7FA"/>
                </a:solidFill>
                <a:latin typeface="Arial"/>
                <a:ea typeface="Arial"/>
                <a:cs typeface="Arial"/>
              </a:defRPr>
            </a:lvl3pPr>
            <a:lvl4pPr algn="l">
              <a:defRPr sz="1425" b="0">
                <a:solidFill>
                  <a:srgbClr val="F2F7FA"/>
                </a:solidFill>
                <a:latin typeface="Arial"/>
                <a:ea typeface="Arial"/>
                <a:cs typeface="Arial"/>
              </a:defRPr>
            </a:lvl4pPr>
            <a:lvl5pPr algn="l">
              <a:defRPr sz="1425" b="0">
                <a:solidFill>
                  <a:srgbClr val="F2F7FA"/>
                </a:solidFill>
                <a:latin typeface="Arial"/>
                <a:ea typeface="Arial"/>
                <a:cs typeface="Arial"/>
              </a:defRPr>
            </a:lvl5pPr>
            <a:lvl6pPr algn="l">
              <a:defRPr sz="1425" b="0">
                <a:solidFill>
                  <a:srgbClr val="F2F7FA"/>
                </a:solidFill>
                <a:latin typeface="Arial"/>
                <a:ea typeface="Arial"/>
                <a:cs typeface="Arial"/>
              </a:defRPr>
            </a:lvl6pPr>
            <a:lvl7pPr algn="l">
              <a:defRPr sz="1425" b="0">
                <a:solidFill>
                  <a:srgbClr val="F2F7FA"/>
                </a:solidFill>
                <a:latin typeface="Arial"/>
                <a:ea typeface="Arial"/>
                <a:cs typeface="Arial"/>
              </a:defRPr>
            </a:lvl7pPr>
            <a:lvl8pPr algn="l">
              <a:defRPr sz="1425" b="0">
                <a:solidFill>
                  <a:srgbClr val="F2F7FA"/>
                </a:solidFill>
                <a:latin typeface="Arial"/>
                <a:ea typeface="Arial"/>
                <a:cs typeface="Arial"/>
              </a:defRPr>
            </a:lvl8pPr>
            <a:lvl9pPr algn="l">
              <a:defRPr sz="1425" b="0">
                <a:solidFill>
                  <a:srgbClr val="F2F7FA"/>
                </a:solidFill>
                <a:latin typeface="Arial"/>
                <a:ea typeface="Arial"/>
                <a:cs typeface="Arial"/>
              </a:defRPr>
            </a:lvl9pPr>
          </a:lstStyle>
          <a:p xmlns:a="http://schemas.openxmlformats.org/drawingml/2006/main">
            <a:pPr algn="l">
              <a:defRPr sz="1425" b="0">
                <a:solidFill>
                  <a:srgbClr val="F2F7FA"/>
                </a:solidFill>
                <a:latin typeface="Arial"/>
                <a:ea typeface="Arial"/>
                <a:cs typeface="Arial"/>
              </a:defRPr>
            </a:pPr>
            <a:r>
              <a:rPr sz="1425" b="0">
                <a:solidFill>
                  <a:srgbClr val="F2F7FA"/>
                </a:solidFill>
                <a:latin typeface="Arial"/>
                <a:ea typeface="Arial"/>
                <a:cs typeface="Arial"/>
              </a:rPr>
              <a:t>2 synthetic truth windows</a:t>
            </a:r>
          </a:p>
        </p:txBody>
      </p:sp>
      <p:sp>
        <p:nvSpPr>
          <p:cNvPr id="25" name="">
            <a:extLst xmlns:a="http://schemas.openxmlformats.org/drawingml/2006/main">
              <a:ext uri="{FF2B5EF4-FFF2-40B4-BE49-F238E27FC236}">
                <a16:creationId xmlns:a16="http://schemas.microsoft.com/office/drawing/2014/main" id="{6E041AB1-E18A-47E4-8425-C4505995F0D7}"/>
              </a:ext>
            </a:extLst>
          </p:cNvPr>
          <p:cNvSpPr>
            <a:spLocks xmlns:a="http://schemas.openxmlformats.org/drawingml/2006/main" noGrp="1"/>
          </p:cNvSpPr>
          <p:nvPr/>
        </p:nvSpPr>
        <p:spPr>
          <a:xfrm xmlns:a="http://schemas.openxmlformats.org/drawingml/2006/main">
            <a:off x="4657725" y="3667125"/>
            <a:ext cx="85725" cy="85725"/>
          </a:xfrm>
          <a:prstGeom xmlns:a="http://schemas.openxmlformats.org/drawingml/2006/main" prst="ellipse">
            <a:avLst/>
          </a:prstGeom>
          <a:solidFill xmlns:a="http://schemas.openxmlformats.org/drawingml/2006/main">
            <a:srgbClr val="36D9D0"/>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0799BC22-62A3-427B-AE57-57D535C83DAA}"/>
              </a:ext>
            </a:extLst>
          </p:cNvPr>
          <p:cNvSpPr>
            <a:spLocks xmlns:a="http://schemas.openxmlformats.org/drawingml/2006/main" noGrp="1"/>
          </p:cNvSpPr>
          <p:nvPr/>
        </p:nvSpPr>
        <p:spPr>
          <a:xfrm xmlns:a="http://schemas.openxmlformats.org/drawingml/2006/main">
            <a:off x="4867275" y="3581400"/>
            <a:ext cx="2667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F2F7FA"/>
                </a:solidFill>
                <a:latin typeface="Arial"/>
                <a:ea typeface="Arial"/>
                <a:cs typeface="Arial"/>
              </a:defRPr>
            </a:defPPr>
            <a:lvl1pPr algn="l">
              <a:defRPr sz="1425" b="0">
                <a:solidFill>
                  <a:srgbClr val="F2F7FA"/>
                </a:solidFill>
                <a:latin typeface="Arial"/>
                <a:ea typeface="Arial"/>
                <a:cs typeface="Arial"/>
              </a:defRPr>
            </a:lvl1pPr>
            <a:lvl2pPr algn="l">
              <a:defRPr sz="1425" b="0">
                <a:solidFill>
                  <a:srgbClr val="F2F7FA"/>
                </a:solidFill>
                <a:latin typeface="Arial"/>
                <a:ea typeface="Arial"/>
                <a:cs typeface="Arial"/>
              </a:defRPr>
            </a:lvl2pPr>
            <a:lvl3pPr algn="l">
              <a:defRPr sz="1425" b="0">
                <a:solidFill>
                  <a:srgbClr val="F2F7FA"/>
                </a:solidFill>
                <a:latin typeface="Arial"/>
                <a:ea typeface="Arial"/>
                <a:cs typeface="Arial"/>
              </a:defRPr>
            </a:lvl3pPr>
            <a:lvl4pPr algn="l">
              <a:defRPr sz="1425" b="0">
                <a:solidFill>
                  <a:srgbClr val="F2F7FA"/>
                </a:solidFill>
                <a:latin typeface="Arial"/>
                <a:ea typeface="Arial"/>
                <a:cs typeface="Arial"/>
              </a:defRPr>
            </a:lvl4pPr>
            <a:lvl5pPr algn="l">
              <a:defRPr sz="1425" b="0">
                <a:solidFill>
                  <a:srgbClr val="F2F7FA"/>
                </a:solidFill>
                <a:latin typeface="Arial"/>
                <a:ea typeface="Arial"/>
                <a:cs typeface="Arial"/>
              </a:defRPr>
            </a:lvl5pPr>
            <a:lvl6pPr algn="l">
              <a:defRPr sz="1425" b="0">
                <a:solidFill>
                  <a:srgbClr val="F2F7FA"/>
                </a:solidFill>
                <a:latin typeface="Arial"/>
                <a:ea typeface="Arial"/>
                <a:cs typeface="Arial"/>
              </a:defRPr>
            </a:lvl6pPr>
            <a:lvl7pPr algn="l">
              <a:defRPr sz="1425" b="0">
                <a:solidFill>
                  <a:srgbClr val="F2F7FA"/>
                </a:solidFill>
                <a:latin typeface="Arial"/>
                <a:ea typeface="Arial"/>
                <a:cs typeface="Arial"/>
              </a:defRPr>
            </a:lvl7pPr>
            <a:lvl8pPr algn="l">
              <a:defRPr sz="1425" b="0">
                <a:solidFill>
                  <a:srgbClr val="F2F7FA"/>
                </a:solidFill>
                <a:latin typeface="Arial"/>
                <a:ea typeface="Arial"/>
                <a:cs typeface="Arial"/>
              </a:defRPr>
            </a:lvl8pPr>
            <a:lvl9pPr algn="l">
              <a:defRPr sz="1425" b="0">
                <a:solidFill>
                  <a:srgbClr val="F2F7FA"/>
                </a:solidFill>
                <a:latin typeface="Arial"/>
                <a:ea typeface="Arial"/>
                <a:cs typeface="Arial"/>
              </a:defRPr>
            </a:lvl9pPr>
          </a:lstStyle>
          <a:p xmlns:a="http://schemas.openxmlformats.org/drawingml/2006/main">
            <a:pPr algn="l">
              <a:defRPr sz="1425" b="0">
                <a:solidFill>
                  <a:srgbClr val="F2F7FA"/>
                </a:solidFill>
                <a:latin typeface="Arial"/>
                <a:ea typeface="Arial"/>
                <a:cs typeface="Arial"/>
              </a:defRPr>
            </a:pPr>
            <a:r>
              <a:rPr sz="1425" b="0">
                <a:solidFill>
                  <a:srgbClr val="F2F7FA"/>
                </a:solidFill>
                <a:latin typeface="Arial"/>
                <a:ea typeface="Arial"/>
                <a:cs typeface="Arial"/>
              </a:rPr>
              <a:t>One fixed starter config</a:t>
            </a:r>
          </a:p>
        </p:txBody>
      </p:sp>
      <p:sp>
        <p:nvSpPr>
          <p:cNvPr id="27" name="">
            <a:extLst xmlns:a="http://schemas.openxmlformats.org/drawingml/2006/main">
              <a:ext uri="{FF2B5EF4-FFF2-40B4-BE49-F238E27FC236}">
                <a16:creationId xmlns:a16="http://schemas.microsoft.com/office/drawing/2014/main" id="{DE8059C0-DF87-4955-899F-71B0A83DAC72}"/>
              </a:ext>
            </a:extLst>
          </p:cNvPr>
          <p:cNvSpPr>
            <a:spLocks xmlns:a="http://schemas.openxmlformats.org/drawingml/2006/main" noGrp="1"/>
          </p:cNvSpPr>
          <p:nvPr/>
        </p:nvSpPr>
        <p:spPr>
          <a:xfrm xmlns:a="http://schemas.openxmlformats.org/drawingml/2006/main">
            <a:off x="4657725" y="4124325"/>
            <a:ext cx="85725" cy="85725"/>
          </a:xfrm>
          <a:prstGeom xmlns:a="http://schemas.openxmlformats.org/drawingml/2006/main" prst="ellipse">
            <a:avLst/>
          </a:prstGeom>
          <a:solidFill xmlns:a="http://schemas.openxmlformats.org/drawingml/2006/main">
            <a:srgbClr val="36D9D0"/>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1945996E-9FB2-4462-80A8-9FE1F0A7D938}"/>
              </a:ext>
            </a:extLst>
          </p:cNvPr>
          <p:cNvSpPr>
            <a:spLocks xmlns:a="http://schemas.openxmlformats.org/drawingml/2006/main" noGrp="1"/>
          </p:cNvSpPr>
          <p:nvPr/>
        </p:nvSpPr>
        <p:spPr>
          <a:xfrm xmlns:a="http://schemas.openxmlformats.org/drawingml/2006/main">
            <a:off x="4867275" y="4038600"/>
            <a:ext cx="2667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F2F7FA"/>
                </a:solidFill>
                <a:latin typeface="Arial"/>
                <a:ea typeface="Arial"/>
                <a:cs typeface="Arial"/>
              </a:defRPr>
            </a:defPPr>
            <a:lvl1pPr algn="l">
              <a:defRPr sz="1425" b="0">
                <a:solidFill>
                  <a:srgbClr val="F2F7FA"/>
                </a:solidFill>
                <a:latin typeface="Arial"/>
                <a:ea typeface="Arial"/>
                <a:cs typeface="Arial"/>
              </a:defRPr>
            </a:lvl1pPr>
            <a:lvl2pPr algn="l">
              <a:defRPr sz="1425" b="0">
                <a:solidFill>
                  <a:srgbClr val="F2F7FA"/>
                </a:solidFill>
                <a:latin typeface="Arial"/>
                <a:ea typeface="Arial"/>
                <a:cs typeface="Arial"/>
              </a:defRPr>
            </a:lvl2pPr>
            <a:lvl3pPr algn="l">
              <a:defRPr sz="1425" b="0">
                <a:solidFill>
                  <a:srgbClr val="F2F7FA"/>
                </a:solidFill>
                <a:latin typeface="Arial"/>
                <a:ea typeface="Arial"/>
                <a:cs typeface="Arial"/>
              </a:defRPr>
            </a:lvl3pPr>
            <a:lvl4pPr algn="l">
              <a:defRPr sz="1425" b="0">
                <a:solidFill>
                  <a:srgbClr val="F2F7FA"/>
                </a:solidFill>
                <a:latin typeface="Arial"/>
                <a:ea typeface="Arial"/>
                <a:cs typeface="Arial"/>
              </a:defRPr>
            </a:lvl4pPr>
            <a:lvl5pPr algn="l">
              <a:defRPr sz="1425" b="0">
                <a:solidFill>
                  <a:srgbClr val="F2F7FA"/>
                </a:solidFill>
                <a:latin typeface="Arial"/>
                <a:ea typeface="Arial"/>
                <a:cs typeface="Arial"/>
              </a:defRPr>
            </a:lvl5pPr>
            <a:lvl6pPr algn="l">
              <a:defRPr sz="1425" b="0">
                <a:solidFill>
                  <a:srgbClr val="F2F7FA"/>
                </a:solidFill>
                <a:latin typeface="Arial"/>
                <a:ea typeface="Arial"/>
                <a:cs typeface="Arial"/>
              </a:defRPr>
            </a:lvl6pPr>
            <a:lvl7pPr algn="l">
              <a:defRPr sz="1425" b="0">
                <a:solidFill>
                  <a:srgbClr val="F2F7FA"/>
                </a:solidFill>
                <a:latin typeface="Arial"/>
                <a:ea typeface="Arial"/>
                <a:cs typeface="Arial"/>
              </a:defRPr>
            </a:lvl7pPr>
            <a:lvl8pPr algn="l">
              <a:defRPr sz="1425" b="0">
                <a:solidFill>
                  <a:srgbClr val="F2F7FA"/>
                </a:solidFill>
                <a:latin typeface="Arial"/>
                <a:ea typeface="Arial"/>
                <a:cs typeface="Arial"/>
              </a:defRPr>
            </a:lvl8pPr>
            <a:lvl9pPr algn="l">
              <a:defRPr sz="1425" b="0">
                <a:solidFill>
                  <a:srgbClr val="F2F7FA"/>
                </a:solidFill>
                <a:latin typeface="Arial"/>
                <a:ea typeface="Arial"/>
                <a:cs typeface="Arial"/>
              </a:defRPr>
            </a:lvl9pPr>
          </a:lstStyle>
          <a:p xmlns:a="http://schemas.openxmlformats.org/drawingml/2006/main">
            <a:pPr algn="l">
              <a:defRPr sz="1425" b="0">
                <a:solidFill>
                  <a:srgbClr val="F2F7FA"/>
                </a:solidFill>
                <a:latin typeface="Arial"/>
                <a:ea typeface="Arial"/>
                <a:cs typeface="Arial"/>
              </a:defRPr>
            </a:pPr>
            <a:r>
              <a:rPr sz="1425" b="0">
                <a:solidFill>
                  <a:srgbClr val="F2F7FA"/>
                </a:solidFill>
                <a:latin typeface="Arial"/>
                <a:ea typeface="Arial"/>
                <a:cs typeface="Arial"/>
              </a:rPr>
              <a:t>One reproducible run</a:t>
            </a:r>
          </a:p>
        </p:txBody>
      </p:sp>
      <p:sp>
        <p:nvSpPr>
          <p:cNvPr id="29" name="">
            <a:extLst xmlns:a="http://schemas.openxmlformats.org/drawingml/2006/main">
              <a:ext uri="{FF2B5EF4-FFF2-40B4-BE49-F238E27FC236}">
                <a16:creationId xmlns:a16="http://schemas.microsoft.com/office/drawing/2014/main" id="{88B029C5-B2F9-4E1D-8D8A-4EAC638CD9B1}"/>
              </a:ext>
            </a:extLst>
          </p:cNvPr>
          <p:cNvSpPr>
            <a:spLocks xmlns:a="http://schemas.openxmlformats.org/drawingml/2006/main" noGrp="1"/>
          </p:cNvSpPr>
          <p:nvPr/>
        </p:nvSpPr>
        <p:spPr>
          <a:xfrm xmlns:a="http://schemas.openxmlformats.org/drawingml/2006/main">
            <a:off x="4657725" y="4581525"/>
            <a:ext cx="85725" cy="85725"/>
          </a:xfrm>
          <a:prstGeom xmlns:a="http://schemas.openxmlformats.org/drawingml/2006/main" prst="ellipse">
            <a:avLst/>
          </a:prstGeom>
          <a:solidFill xmlns:a="http://schemas.openxmlformats.org/drawingml/2006/main">
            <a:srgbClr val="36D9D0"/>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7F4DD9B0-E4A8-4DEE-9EF4-B52BA7B3FB11}"/>
              </a:ext>
            </a:extLst>
          </p:cNvPr>
          <p:cNvSpPr>
            <a:spLocks xmlns:a="http://schemas.openxmlformats.org/drawingml/2006/main" noGrp="1"/>
          </p:cNvSpPr>
          <p:nvPr/>
        </p:nvSpPr>
        <p:spPr>
          <a:xfrm xmlns:a="http://schemas.openxmlformats.org/drawingml/2006/main">
            <a:off x="4867275" y="4495800"/>
            <a:ext cx="2667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F2F7FA"/>
                </a:solidFill>
                <a:latin typeface="Arial"/>
                <a:ea typeface="Arial"/>
                <a:cs typeface="Arial"/>
              </a:defRPr>
            </a:defPPr>
            <a:lvl1pPr algn="l">
              <a:defRPr sz="1425" b="0">
                <a:solidFill>
                  <a:srgbClr val="F2F7FA"/>
                </a:solidFill>
                <a:latin typeface="Arial"/>
                <a:ea typeface="Arial"/>
                <a:cs typeface="Arial"/>
              </a:defRPr>
            </a:lvl1pPr>
            <a:lvl2pPr algn="l">
              <a:defRPr sz="1425" b="0">
                <a:solidFill>
                  <a:srgbClr val="F2F7FA"/>
                </a:solidFill>
                <a:latin typeface="Arial"/>
                <a:ea typeface="Arial"/>
                <a:cs typeface="Arial"/>
              </a:defRPr>
            </a:lvl2pPr>
            <a:lvl3pPr algn="l">
              <a:defRPr sz="1425" b="0">
                <a:solidFill>
                  <a:srgbClr val="F2F7FA"/>
                </a:solidFill>
                <a:latin typeface="Arial"/>
                <a:ea typeface="Arial"/>
                <a:cs typeface="Arial"/>
              </a:defRPr>
            </a:lvl3pPr>
            <a:lvl4pPr algn="l">
              <a:defRPr sz="1425" b="0">
                <a:solidFill>
                  <a:srgbClr val="F2F7FA"/>
                </a:solidFill>
                <a:latin typeface="Arial"/>
                <a:ea typeface="Arial"/>
                <a:cs typeface="Arial"/>
              </a:defRPr>
            </a:lvl4pPr>
            <a:lvl5pPr algn="l">
              <a:defRPr sz="1425" b="0">
                <a:solidFill>
                  <a:srgbClr val="F2F7FA"/>
                </a:solidFill>
                <a:latin typeface="Arial"/>
                <a:ea typeface="Arial"/>
                <a:cs typeface="Arial"/>
              </a:defRPr>
            </a:lvl5pPr>
            <a:lvl6pPr algn="l">
              <a:defRPr sz="1425" b="0">
                <a:solidFill>
                  <a:srgbClr val="F2F7FA"/>
                </a:solidFill>
                <a:latin typeface="Arial"/>
                <a:ea typeface="Arial"/>
                <a:cs typeface="Arial"/>
              </a:defRPr>
            </a:lvl6pPr>
            <a:lvl7pPr algn="l">
              <a:defRPr sz="1425" b="0">
                <a:solidFill>
                  <a:srgbClr val="F2F7FA"/>
                </a:solidFill>
                <a:latin typeface="Arial"/>
                <a:ea typeface="Arial"/>
                <a:cs typeface="Arial"/>
              </a:defRPr>
            </a:lvl7pPr>
            <a:lvl8pPr algn="l">
              <a:defRPr sz="1425" b="0">
                <a:solidFill>
                  <a:srgbClr val="F2F7FA"/>
                </a:solidFill>
                <a:latin typeface="Arial"/>
                <a:ea typeface="Arial"/>
                <a:cs typeface="Arial"/>
              </a:defRPr>
            </a:lvl8pPr>
            <a:lvl9pPr algn="l">
              <a:defRPr sz="1425" b="0">
                <a:solidFill>
                  <a:srgbClr val="F2F7FA"/>
                </a:solidFill>
                <a:latin typeface="Arial"/>
                <a:ea typeface="Arial"/>
                <a:cs typeface="Arial"/>
              </a:defRPr>
            </a:lvl9pPr>
          </a:lstStyle>
          <a:p xmlns:a="http://schemas.openxmlformats.org/drawingml/2006/main">
            <a:pPr algn="l">
              <a:defRPr sz="1425" b="0">
                <a:solidFill>
                  <a:srgbClr val="F2F7FA"/>
                </a:solidFill>
                <a:latin typeface="Arial"/>
                <a:ea typeface="Arial"/>
                <a:cs typeface="Arial"/>
              </a:defRPr>
            </a:pPr>
            <a:r>
              <a:rPr sz="1425" b="0">
                <a:solidFill>
                  <a:srgbClr val="F2F7FA"/>
                </a:solidFill>
                <a:latin typeface="Arial"/>
                <a:ea typeface="Arial"/>
                <a:cs typeface="Arial"/>
              </a:rPr>
              <a:t>No official split</a:t>
            </a:r>
          </a:p>
        </p:txBody>
      </p:sp>
      <p:sp>
        <p:nvSpPr>
          <p:cNvPr id="31" name="">
            <a:extLst xmlns:a="http://schemas.openxmlformats.org/drawingml/2006/main">
              <a:ext uri="{FF2B5EF4-FFF2-40B4-BE49-F238E27FC236}">
                <a16:creationId xmlns:a16="http://schemas.microsoft.com/office/drawing/2014/main" id="{86B35B3D-9274-46EA-91B2-10CE83A5846D}"/>
              </a:ext>
            </a:extLst>
          </p:cNvPr>
          <p:cNvSpPr>
            <a:spLocks xmlns:a="http://schemas.openxmlformats.org/drawingml/2006/main" noGrp="1"/>
          </p:cNvSpPr>
          <p:nvPr/>
        </p:nvSpPr>
        <p:spPr>
          <a:xfrm xmlns:a="http://schemas.openxmlformats.org/drawingml/2006/main">
            <a:off x="8191500" y="1809750"/>
            <a:ext cx="3352800" cy="3429000"/>
          </a:xfrm>
          <a:prstGeom xmlns:a="http://schemas.openxmlformats.org/drawingml/2006/main" prst="roundRect">
            <a:avLst>
              <a:gd name="adj" fmla="val 2273"/>
            </a:avLst>
          </a:prstGeom>
          <a:solidFill xmlns:a="http://schemas.openxmlformats.org/drawingml/2006/main">
            <a:srgbClr val="102332"/>
          </a:solidFill>
          <a:ln xmlns:a="http://schemas.openxmlformats.org/drawingml/2006/main" w="9525">
            <a:solidFill>
              <a:srgbClr val="284455"/>
            </a:solidFill>
            <a:prstDash val="solid"/>
          </a:ln>
        </p:spPr>
      </p:sp>
      <p:sp>
        <p:nvSpPr>
          <p:cNvPr id="32" name="">
            <a:extLst xmlns:a="http://schemas.openxmlformats.org/drawingml/2006/main">
              <a:ext uri="{FF2B5EF4-FFF2-40B4-BE49-F238E27FC236}">
                <a16:creationId xmlns:a16="http://schemas.microsoft.com/office/drawing/2014/main" id="{321CF94D-C96C-4AD7-BF09-7DFDDE64E047}"/>
              </a:ext>
            </a:extLst>
          </p:cNvPr>
          <p:cNvSpPr>
            <a:spLocks xmlns:a="http://schemas.openxmlformats.org/drawingml/2006/main" noGrp="1"/>
          </p:cNvSpPr>
          <p:nvPr/>
        </p:nvSpPr>
        <p:spPr>
          <a:xfrm xmlns:a="http://schemas.openxmlformats.org/drawingml/2006/main">
            <a:off x="8191500" y="1809750"/>
            <a:ext cx="38100" cy="3429000"/>
          </a:xfrm>
          <a:prstGeom xmlns:a="http://schemas.openxmlformats.org/drawingml/2006/main" prst="rect">
            <a:avLst/>
          </a:prstGeom>
          <a:solidFill xmlns:a="http://schemas.openxmlformats.org/drawingml/2006/main">
            <a:srgbClr val="FF6978"/>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456B00A2-67C2-4972-9D4A-073FEB7EB7EA}"/>
              </a:ext>
            </a:extLst>
          </p:cNvPr>
          <p:cNvSpPr>
            <a:spLocks xmlns:a="http://schemas.openxmlformats.org/drawingml/2006/main" noGrp="1"/>
          </p:cNvSpPr>
          <p:nvPr/>
        </p:nvSpPr>
        <p:spPr>
          <a:xfrm xmlns:a="http://schemas.openxmlformats.org/drawingml/2006/main">
            <a:off x="8420100" y="2047875"/>
            <a:ext cx="2895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FF6978"/>
                </a:solidFill>
                <a:latin typeface="Arial"/>
                <a:ea typeface="Arial"/>
                <a:cs typeface="Arial"/>
              </a:defRPr>
            </a:defPPr>
            <a:lvl1pPr algn="l">
              <a:defRPr sz="1650" b="1">
                <a:solidFill>
                  <a:srgbClr val="FF6978"/>
                </a:solidFill>
                <a:latin typeface="Arial"/>
                <a:ea typeface="Arial"/>
                <a:cs typeface="Arial"/>
              </a:defRPr>
            </a:lvl1pPr>
            <a:lvl2pPr algn="l">
              <a:defRPr sz="1650" b="1">
                <a:solidFill>
                  <a:srgbClr val="FF6978"/>
                </a:solidFill>
                <a:latin typeface="Arial"/>
                <a:ea typeface="Arial"/>
                <a:cs typeface="Arial"/>
              </a:defRPr>
            </a:lvl2pPr>
            <a:lvl3pPr algn="l">
              <a:defRPr sz="1650" b="1">
                <a:solidFill>
                  <a:srgbClr val="FF6978"/>
                </a:solidFill>
                <a:latin typeface="Arial"/>
                <a:ea typeface="Arial"/>
                <a:cs typeface="Arial"/>
              </a:defRPr>
            </a:lvl3pPr>
            <a:lvl4pPr algn="l">
              <a:defRPr sz="1650" b="1">
                <a:solidFill>
                  <a:srgbClr val="FF6978"/>
                </a:solidFill>
                <a:latin typeface="Arial"/>
                <a:ea typeface="Arial"/>
                <a:cs typeface="Arial"/>
              </a:defRPr>
            </a:lvl4pPr>
            <a:lvl5pPr algn="l">
              <a:defRPr sz="1650" b="1">
                <a:solidFill>
                  <a:srgbClr val="FF6978"/>
                </a:solidFill>
                <a:latin typeface="Arial"/>
                <a:ea typeface="Arial"/>
                <a:cs typeface="Arial"/>
              </a:defRPr>
            </a:lvl5pPr>
            <a:lvl6pPr algn="l">
              <a:defRPr sz="1650" b="1">
                <a:solidFill>
                  <a:srgbClr val="FF6978"/>
                </a:solidFill>
                <a:latin typeface="Arial"/>
                <a:ea typeface="Arial"/>
                <a:cs typeface="Arial"/>
              </a:defRPr>
            </a:lvl6pPr>
            <a:lvl7pPr algn="l">
              <a:defRPr sz="1650" b="1">
                <a:solidFill>
                  <a:srgbClr val="FF6978"/>
                </a:solidFill>
                <a:latin typeface="Arial"/>
                <a:ea typeface="Arial"/>
                <a:cs typeface="Arial"/>
              </a:defRPr>
            </a:lvl7pPr>
            <a:lvl8pPr algn="l">
              <a:defRPr sz="1650" b="1">
                <a:solidFill>
                  <a:srgbClr val="FF6978"/>
                </a:solidFill>
                <a:latin typeface="Arial"/>
                <a:ea typeface="Arial"/>
                <a:cs typeface="Arial"/>
              </a:defRPr>
            </a:lvl8pPr>
            <a:lvl9pPr algn="l">
              <a:defRPr sz="1650" b="1">
                <a:solidFill>
                  <a:srgbClr val="FF6978"/>
                </a:solidFill>
                <a:latin typeface="Arial"/>
                <a:ea typeface="Arial"/>
                <a:cs typeface="Arial"/>
              </a:defRPr>
            </a:lvl9pPr>
          </a:lstStyle>
          <a:p xmlns:a="http://schemas.openxmlformats.org/drawingml/2006/main">
            <a:pPr algn="l">
              <a:defRPr sz="1650" b="1">
                <a:solidFill>
                  <a:srgbClr val="FF6978"/>
                </a:solidFill>
                <a:latin typeface="Arial"/>
                <a:ea typeface="Arial"/>
                <a:cs typeface="Arial"/>
              </a:defRPr>
            </a:pPr>
            <a:r>
              <a:rPr sz="1650" b="1">
                <a:solidFill>
                  <a:srgbClr val="FF6978"/>
                </a:solidFill>
                <a:latin typeface="Arial"/>
                <a:ea typeface="Arial"/>
                <a:cs typeface="Arial"/>
              </a:rPr>
              <a:t>Not yet established</a:t>
            </a:r>
          </a:p>
        </p:txBody>
      </p:sp>
      <p:sp>
        <p:nvSpPr>
          <p:cNvPr id="34" name="">
            <a:extLst xmlns:a="http://schemas.openxmlformats.org/drawingml/2006/main">
              <a:ext uri="{FF2B5EF4-FFF2-40B4-BE49-F238E27FC236}">
                <a16:creationId xmlns:a16="http://schemas.microsoft.com/office/drawing/2014/main" id="{2F976010-7D1F-4EC9-8D5A-8F09EE41E612}"/>
              </a:ext>
            </a:extLst>
          </p:cNvPr>
          <p:cNvSpPr>
            <a:spLocks xmlns:a="http://schemas.openxmlformats.org/drawingml/2006/main" noGrp="1"/>
          </p:cNvSpPr>
          <p:nvPr/>
        </p:nvSpPr>
        <p:spPr>
          <a:xfrm xmlns:a="http://schemas.openxmlformats.org/drawingml/2006/main">
            <a:off x="8429625" y="2752725"/>
            <a:ext cx="85725" cy="85725"/>
          </a:xfrm>
          <a:prstGeom xmlns:a="http://schemas.openxmlformats.org/drawingml/2006/main" prst="ellipse">
            <a:avLst/>
          </a:prstGeom>
          <a:solidFill xmlns:a="http://schemas.openxmlformats.org/drawingml/2006/main">
            <a:srgbClr val="36D9D0"/>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010C7F5A-45EC-44B1-8BAC-59B6A38CB226}"/>
              </a:ext>
            </a:extLst>
          </p:cNvPr>
          <p:cNvSpPr>
            <a:spLocks xmlns:a="http://schemas.openxmlformats.org/drawingml/2006/main" noGrp="1"/>
          </p:cNvSpPr>
          <p:nvPr/>
        </p:nvSpPr>
        <p:spPr>
          <a:xfrm xmlns:a="http://schemas.openxmlformats.org/drawingml/2006/main">
            <a:off x="8639175" y="2667000"/>
            <a:ext cx="2667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F2F7FA"/>
                </a:solidFill>
                <a:latin typeface="Arial"/>
                <a:ea typeface="Arial"/>
                <a:cs typeface="Arial"/>
              </a:defRPr>
            </a:defPPr>
            <a:lvl1pPr algn="l">
              <a:defRPr sz="1425" b="0">
                <a:solidFill>
                  <a:srgbClr val="F2F7FA"/>
                </a:solidFill>
                <a:latin typeface="Arial"/>
                <a:ea typeface="Arial"/>
                <a:cs typeface="Arial"/>
              </a:defRPr>
            </a:lvl1pPr>
            <a:lvl2pPr algn="l">
              <a:defRPr sz="1425" b="0">
                <a:solidFill>
                  <a:srgbClr val="F2F7FA"/>
                </a:solidFill>
                <a:latin typeface="Arial"/>
                <a:ea typeface="Arial"/>
                <a:cs typeface="Arial"/>
              </a:defRPr>
            </a:lvl2pPr>
            <a:lvl3pPr algn="l">
              <a:defRPr sz="1425" b="0">
                <a:solidFill>
                  <a:srgbClr val="F2F7FA"/>
                </a:solidFill>
                <a:latin typeface="Arial"/>
                <a:ea typeface="Arial"/>
                <a:cs typeface="Arial"/>
              </a:defRPr>
            </a:lvl3pPr>
            <a:lvl4pPr algn="l">
              <a:defRPr sz="1425" b="0">
                <a:solidFill>
                  <a:srgbClr val="F2F7FA"/>
                </a:solidFill>
                <a:latin typeface="Arial"/>
                <a:ea typeface="Arial"/>
                <a:cs typeface="Arial"/>
              </a:defRPr>
            </a:lvl4pPr>
            <a:lvl5pPr algn="l">
              <a:defRPr sz="1425" b="0">
                <a:solidFill>
                  <a:srgbClr val="F2F7FA"/>
                </a:solidFill>
                <a:latin typeface="Arial"/>
                <a:ea typeface="Arial"/>
                <a:cs typeface="Arial"/>
              </a:defRPr>
            </a:lvl5pPr>
            <a:lvl6pPr algn="l">
              <a:defRPr sz="1425" b="0">
                <a:solidFill>
                  <a:srgbClr val="F2F7FA"/>
                </a:solidFill>
                <a:latin typeface="Arial"/>
                <a:ea typeface="Arial"/>
                <a:cs typeface="Arial"/>
              </a:defRPr>
            </a:lvl6pPr>
            <a:lvl7pPr algn="l">
              <a:defRPr sz="1425" b="0">
                <a:solidFill>
                  <a:srgbClr val="F2F7FA"/>
                </a:solidFill>
                <a:latin typeface="Arial"/>
                <a:ea typeface="Arial"/>
                <a:cs typeface="Arial"/>
              </a:defRPr>
            </a:lvl7pPr>
            <a:lvl8pPr algn="l">
              <a:defRPr sz="1425" b="0">
                <a:solidFill>
                  <a:srgbClr val="F2F7FA"/>
                </a:solidFill>
                <a:latin typeface="Arial"/>
                <a:ea typeface="Arial"/>
                <a:cs typeface="Arial"/>
              </a:defRPr>
            </a:lvl8pPr>
            <a:lvl9pPr algn="l">
              <a:defRPr sz="1425" b="0">
                <a:solidFill>
                  <a:srgbClr val="F2F7FA"/>
                </a:solidFill>
                <a:latin typeface="Arial"/>
                <a:ea typeface="Arial"/>
                <a:cs typeface="Arial"/>
              </a:defRPr>
            </a:lvl9pPr>
          </a:lstStyle>
          <a:p xmlns:a="http://schemas.openxmlformats.org/drawingml/2006/main">
            <a:pPr algn="l">
              <a:defRPr sz="1425" b="0">
                <a:solidFill>
                  <a:srgbClr val="F2F7FA"/>
                </a:solidFill>
                <a:latin typeface="Arial"/>
                <a:ea typeface="Arial"/>
                <a:cs typeface="Arial"/>
              </a:defRPr>
            </a:pPr>
            <a:r>
              <a:rPr sz="1425" b="0">
                <a:solidFill>
                  <a:srgbClr val="F2F7FA"/>
                </a:solidFill>
                <a:latin typeface="Arial"/>
                <a:ea typeface="Arial"/>
                <a:cs typeface="Arial"/>
              </a:rPr>
              <a:t>No hyperparameter tuning</a:t>
            </a:r>
          </a:p>
        </p:txBody>
      </p:sp>
      <p:sp>
        <p:nvSpPr>
          <p:cNvPr id="36" name="">
            <a:extLst xmlns:a="http://schemas.openxmlformats.org/drawingml/2006/main">
              <a:ext uri="{FF2B5EF4-FFF2-40B4-BE49-F238E27FC236}">
                <a16:creationId xmlns:a16="http://schemas.microsoft.com/office/drawing/2014/main" id="{A56D7865-7DFF-47AA-9501-1D7908305E3A}"/>
              </a:ext>
            </a:extLst>
          </p:cNvPr>
          <p:cNvSpPr>
            <a:spLocks xmlns:a="http://schemas.openxmlformats.org/drawingml/2006/main" noGrp="1"/>
          </p:cNvSpPr>
          <p:nvPr/>
        </p:nvSpPr>
        <p:spPr>
          <a:xfrm xmlns:a="http://schemas.openxmlformats.org/drawingml/2006/main">
            <a:off x="8429625" y="3209925"/>
            <a:ext cx="85725" cy="85725"/>
          </a:xfrm>
          <a:prstGeom xmlns:a="http://schemas.openxmlformats.org/drawingml/2006/main" prst="ellipse">
            <a:avLst/>
          </a:prstGeom>
          <a:solidFill xmlns:a="http://schemas.openxmlformats.org/drawingml/2006/main">
            <a:srgbClr val="36D9D0"/>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5A01BFF6-E1E6-48CB-B2DC-56EB8CD93105}"/>
              </a:ext>
            </a:extLst>
          </p:cNvPr>
          <p:cNvSpPr>
            <a:spLocks xmlns:a="http://schemas.openxmlformats.org/drawingml/2006/main" noGrp="1"/>
          </p:cNvSpPr>
          <p:nvPr/>
        </p:nvSpPr>
        <p:spPr>
          <a:xfrm xmlns:a="http://schemas.openxmlformats.org/drawingml/2006/main">
            <a:off x="8639175" y="3124200"/>
            <a:ext cx="2667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F2F7FA"/>
                </a:solidFill>
                <a:latin typeface="Arial"/>
                <a:ea typeface="Arial"/>
                <a:cs typeface="Arial"/>
              </a:defRPr>
            </a:defPPr>
            <a:lvl1pPr algn="l">
              <a:defRPr sz="1425" b="0">
                <a:solidFill>
                  <a:srgbClr val="F2F7FA"/>
                </a:solidFill>
                <a:latin typeface="Arial"/>
                <a:ea typeface="Arial"/>
                <a:cs typeface="Arial"/>
              </a:defRPr>
            </a:lvl1pPr>
            <a:lvl2pPr algn="l">
              <a:defRPr sz="1425" b="0">
                <a:solidFill>
                  <a:srgbClr val="F2F7FA"/>
                </a:solidFill>
                <a:latin typeface="Arial"/>
                <a:ea typeface="Arial"/>
                <a:cs typeface="Arial"/>
              </a:defRPr>
            </a:lvl2pPr>
            <a:lvl3pPr algn="l">
              <a:defRPr sz="1425" b="0">
                <a:solidFill>
                  <a:srgbClr val="F2F7FA"/>
                </a:solidFill>
                <a:latin typeface="Arial"/>
                <a:ea typeface="Arial"/>
                <a:cs typeface="Arial"/>
              </a:defRPr>
            </a:lvl3pPr>
            <a:lvl4pPr algn="l">
              <a:defRPr sz="1425" b="0">
                <a:solidFill>
                  <a:srgbClr val="F2F7FA"/>
                </a:solidFill>
                <a:latin typeface="Arial"/>
                <a:ea typeface="Arial"/>
                <a:cs typeface="Arial"/>
              </a:defRPr>
            </a:lvl4pPr>
            <a:lvl5pPr algn="l">
              <a:defRPr sz="1425" b="0">
                <a:solidFill>
                  <a:srgbClr val="F2F7FA"/>
                </a:solidFill>
                <a:latin typeface="Arial"/>
                <a:ea typeface="Arial"/>
                <a:cs typeface="Arial"/>
              </a:defRPr>
            </a:lvl5pPr>
            <a:lvl6pPr algn="l">
              <a:defRPr sz="1425" b="0">
                <a:solidFill>
                  <a:srgbClr val="F2F7FA"/>
                </a:solidFill>
                <a:latin typeface="Arial"/>
                <a:ea typeface="Arial"/>
                <a:cs typeface="Arial"/>
              </a:defRPr>
            </a:lvl6pPr>
            <a:lvl7pPr algn="l">
              <a:defRPr sz="1425" b="0">
                <a:solidFill>
                  <a:srgbClr val="F2F7FA"/>
                </a:solidFill>
                <a:latin typeface="Arial"/>
                <a:ea typeface="Arial"/>
                <a:cs typeface="Arial"/>
              </a:defRPr>
            </a:lvl7pPr>
            <a:lvl8pPr algn="l">
              <a:defRPr sz="1425" b="0">
                <a:solidFill>
                  <a:srgbClr val="F2F7FA"/>
                </a:solidFill>
                <a:latin typeface="Arial"/>
                <a:ea typeface="Arial"/>
                <a:cs typeface="Arial"/>
              </a:defRPr>
            </a:lvl8pPr>
            <a:lvl9pPr algn="l">
              <a:defRPr sz="1425" b="0">
                <a:solidFill>
                  <a:srgbClr val="F2F7FA"/>
                </a:solidFill>
                <a:latin typeface="Arial"/>
                <a:ea typeface="Arial"/>
                <a:cs typeface="Arial"/>
              </a:defRPr>
            </a:lvl9pPr>
          </a:lstStyle>
          <a:p xmlns:a="http://schemas.openxmlformats.org/drawingml/2006/main">
            <a:pPr algn="l">
              <a:defRPr sz="1425" b="0">
                <a:solidFill>
                  <a:srgbClr val="F2F7FA"/>
                </a:solidFill>
                <a:latin typeface="Arial"/>
                <a:ea typeface="Arial"/>
                <a:cs typeface="Arial"/>
              </a:defRPr>
            </a:pPr>
            <a:r>
              <a:rPr sz="1425" b="0">
                <a:solidFill>
                  <a:srgbClr val="F2F7FA"/>
                </a:solidFill>
                <a:latin typeface="Arial"/>
                <a:ea typeface="Arial"/>
                <a:cs typeface="Arial"/>
              </a:rPr>
              <a:t>No held-out model selection</a:t>
            </a:r>
          </a:p>
        </p:txBody>
      </p:sp>
      <p:sp>
        <p:nvSpPr>
          <p:cNvPr id="38" name="">
            <a:extLst xmlns:a="http://schemas.openxmlformats.org/drawingml/2006/main">
              <a:ext uri="{FF2B5EF4-FFF2-40B4-BE49-F238E27FC236}">
                <a16:creationId xmlns:a16="http://schemas.microsoft.com/office/drawing/2014/main" id="{8B72F1FF-4B7B-46E6-9D86-B83FD11DC91A}"/>
              </a:ext>
            </a:extLst>
          </p:cNvPr>
          <p:cNvSpPr>
            <a:spLocks xmlns:a="http://schemas.openxmlformats.org/drawingml/2006/main" noGrp="1"/>
          </p:cNvSpPr>
          <p:nvPr/>
        </p:nvSpPr>
        <p:spPr>
          <a:xfrm xmlns:a="http://schemas.openxmlformats.org/drawingml/2006/main">
            <a:off x="8429625" y="3667125"/>
            <a:ext cx="85725" cy="85725"/>
          </a:xfrm>
          <a:prstGeom xmlns:a="http://schemas.openxmlformats.org/drawingml/2006/main" prst="ellipse">
            <a:avLst/>
          </a:prstGeom>
          <a:solidFill xmlns:a="http://schemas.openxmlformats.org/drawingml/2006/main">
            <a:srgbClr val="36D9D0"/>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D8131A14-6039-4043-8420-D6585C533684}"/>
              </a:ext>
            </a:extLst>
          </p:cNvPr>
          <p:cNvSpPr>
            <a:spLocks xmlns:a="http://schemas.openxmlformats.org/drawingml/2006/main" noGrp="1"/>
          </p:cNvSpPr>
          <p:nvPr/>
        </p:nvSpPr>
        <p:spPr>
          <a:xfrm xmlns:a="http://schemas.openxmlformats.org/drawingml/2006/main">
            <a:off x="8639175" y="3581400"/>
            <a:ext cx="2667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F2F7FA"/>
                </a:solidFill>
                <a:latin typeface="Arial"/>
                <a:ea typeface="Arial"/>
                <a:cs typeface="Arial"/>
              </a:defRPr>
            </a:defPPr>
            <a:lvl1pPr algn="l">
              <a:defRPr sz="1425" b="0">
                <a:solidFill>
                  <a:srgbClr val="F2F7FA"/>
                </a:solidFill>
                <a:latin typeface="Arial"/>
                <a:ea typeface="Arial"/>
                <a:cs typeface="Arial"/>
              </a:defRPr>
            </a:lvl1pPr>
            <a:lvl2pPr algn="l">
              <a:defRPr sz="1425" b="0">
                <a:solidFill>
                  <a:srgbClr val="F2F7FA"/>
                </a:solidFill>
                <a:latin typeface="Arial"/>
                <a:ea typeface="Arial"/>
                <a:cs typeface="Arial"/>
              </a:defRPr>
            </a:lvl2pPr>
            <a:lvl3pPr algn="l">
              <a:defRPr sz="1425" b="0">
                <a:solidFill>
                  <a:srgbClr val="F2F7FA"/>
                </a:solidFill>
                <a:latin typeface="Arial"/>
                <a:ea typeface="Arial"/>
                <a:cs typeface="Arial"/>
              </a:defRPr>
            </a:lvl3pPr>
            <a:lvl4pPr algn="l">
              <a:defRPr sz="1425" b="0">
                <a:solidFill>
                  <a:srgbClr val="F2F7FA"/>
                </a:solidFill>
                <a:latin typeface="Arial"/>
                <a:ea typeface="Arial"/>
                <a:cs typeface="Arial"/>
              </a:defRPr>
            </a:lvl4pPr>
            <a:lvl5pPr algn="l">
              <a:defRPr sz="1425" b="0">
                <a:solidFill>
                  <a:srgbClr val="F2F7FA"/>
                </a:solidFill>
                <a:latin typeface="Arial"/>
                <a:ea typeface="Arial"/>
                <a:cs typeface="Arial"/>
              </a:defRPr>
            </a:lvl5pPr>
            <a:lvl6pPr algn="l">
              <a:defRPr sz="1425" b="0">
                <a:solidFill>
                  <a:srgbClr val="F2F7FA"/>
                </a:solidFill>
                <a:latin typeface="Arial"/>
                <a:ea typeface="Arial"/>
                <a:cs typeface="Arial"/>
              </a:defRPr>
            </a:lvl6pPr>
            <a:lvl7pPr algn="l">
              <a:defRPr sz="1425" b="0">
                <a:solidFill>
                  <a:srgbClr val="F2F7FA"/>
                </a:solidFill>
                <a:latin typeface="Arial"/>
                <a:ea typeface="Arial"/>
                <a:cs typeface="Arial"/>
              </a:defRPr>
            </a:lvl7pPr>
            <a:lvl8pPr algn="l">
              <a:defRPr sz="1425" b="0">
                <a:solidFill>
                  <a:srgbClr val="F2F7FA"/>
                </a:solidFill>
                <a:latin typeface="Arial"/>
                <a:ea typeface="Arial"/>
                <a:cs typeface="Arial"/>
              </a:defRPr>
            </a:lvl8pPr>
            <a:lvl9pPr algn="l">
              <a:defRPr sz="1425" b="0">
                <a:solidFill>
                  <a:srgbClr val="F2F7FA"/>
                </a:solidFill>
                <a:latin typeface="Arial"/>
                <a:ea typeface="Arial"/>
                <a:cs typeface="Arial"/>
              </a:defRPr>
            </a:lvl9pPr>
          </a:lstStyle>
          <a:p xmlns:a="http://schemas.openxmlformats.org/drawingml/2006/main">
            <a:pPr algn="l">
              <a:defRPr sz="1425" b="0">
                <a:solidFill>
                  <a:srgbClr val="F2F7FA"/>
                </a:solidFill>
                <a:latin typeface="Arial"/>
                <a:ea typeface="Arial"/>
                <a:cs typeface="Arial"/>
              </a:defRPr>
            </a:pPr>
            <a:r>
              <a:rPr sz="1425" b="0">
                <a:solidFill>
                  <a:srgbClr val="F2F7FA"/>
                </a:solidFill>
                <a:latin typeface="Arial"/>
                <a:ea typeface="Arial"/>
                <a:cs typeface="Arial"/>
              </a:rPr>
              <a:t>No official baseline comparison</a:t>
            </a:r>
          </a:p>
        </p:txBody>
      </p:sp>
      <p:sp>
        <p:nvSpPr>
          <p:cNvPr id="40" name="">
            <a:extLst xmlns:a="http://schemas.openxmlformats.org/drawingml/2006/main">
              <a:ext uri="{FF2B5EF4-FFF2-40B4-BE49-F238E27FC236}">
                <a16:creationId xmlns:a16="http://schemas.microsoft.com/office/drawing/2014/main" id="{7E15EAB5-0D80-49AE-9677-445A8F1E599B}"/>
              </a:ext>
            </a:extLst>
          </p:cNvPr>
          <p:cNvSpPr>
            <a:spLocks xmlns:a="http://schemas.openxmlformats.org/drawingml/2006/main" noGrp="1"/>
          </p:cNvSpPr>
          <p:nvPr/>
        </p:nvSpPr>
        <p:spPr>
          <a:xfrm xmlns:a="http://schemas.openxmlformats.org/drawingml/2006/main">
            <a:off x="8429625" y="4124325"/>
            <a:ext cx="85725" cy="85725"/>
          </a:xfrm>
          <a:prstGeom xmlns:a="http://schemas.openxmlformats.org/drawingml/2006/main" prst="ellipse">
            <a:avLst/>
          </a:prstGeom>
          <a:solidFill xmlns:a="http://schemas.openxmlformats.org/drawingml/2006/main">
            <a:srgbClr val="36D9D0"/>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EB5A58B4-4FBA-4501-9673-4E38A7C6D532}"/>
              </a:ext>
            </a:extLst>
          </p:cNvPr>
          <p:cNvSpPr>
            <a:spLocks xmlns:a="http://schemas.openxmlformats.org/drawingml/2006/main" noGrp="1"/>
          </p:cNvSpPr>
          <p:nvPr/>
        </p:nvSpPr>
        <p:spPr>
          <a:xfrm xmlns:a="http://schemas.openxmlformats.org/drawingml/2006/main">
            <a:off x="8639175" y="4038600"/>
            <a:ext cx="2667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F2F7FA"/>
                </a:solidFill>
                <a:latin typeface="Arial"/>
                <a:ea typeface="Arial"/>
                <a:cs typeface="Arial"/>
              </a:defRPr>
            </a:defPPr>
            <a:lvl1pPr algn="l">
              <a:defRPr sz="1425" b="0">
                <a:solidFill>
                  <a:srgbClr val="F2F7FA"/>
                </a:solidFill>
                <a:latin typeface="Arial"/>
                <a:ea typeface="Arial"/>
                <a:cs typeface="Arial"/>
              </a:defRPr>
            </a:lvl1pPr>
            <a:lvl2pPr algn="l">
              <a:defRPr sz="1425" b="0">
                <a:solidFill>
                  <a:srgbClr val="F2F7FA"/>
                </a:solidFill>
                <a:latin typeface="Arial"/>
                <a:ea typeface="Arial"/>
                <a:cs typeface="Arial"/>
              </a:defRPr>
            </a:lvl2pPr>
            <a:lvl3pPr algn="l">
              <a:defRPr sz="1425" b="0">
                <a:solidFill>
                  <a:srgbClr val="F2F7FA"/>
                </a:solidFill>
                <a:latin typeface="Arial"/>
                <a:ea typeface="Arial"/>
                <a:cs typeface="Arial"/>
              </a:defRPr>
            </a:lvl3pPr>
            <a:lvl4pPr algn="l">
              <a:defRPr sz="1425" b="0">
                <a:solidFill>
                  <a:srgbClr val="F2F7FA"/>
                </a:solidFill>
                <a:latin typeface="Arial"/>
                <a:ea typeface="Arial"/>
                <a:cs typeface="Arial"/>
              </a:defRPr>
            </a:lvl4pPr>
            <a:lvl5pPr algn="l">
              <a:defRPr sz="1425" b="0">
                <a:solidFill>
                  <a:srgbClr val="F2F7FA"/>
                </a:solidFill>
                <a:latin typeface="Arial"/>
                <a:ea typeface="Arial"/>
                <a:cs typeface="Arial"/>
              </a:defRPr>
            </a:lvl5pPr>
            <a:lvl6pPr algn="l">
              <a:defRPr sz="1425" b="0">
                <a:solidFill>
                  <a:srgbClr val="F2F7FA"/>
                </a:solidFill>
                <a:latin typeface="Arial"/>
                <a:ea typeface="Arial"/>
                <a:cs typeface="Arial"/>
              </a:defRPr>
            </a:lvl6pPr>
            <a:lvl7pPr algn="l">
              <a:defRPr sz="1425" b="0">
                <a:solidFill>
                  <a:srgbClr val="F2F7FA"/>
                </a:solidFill>
                <a:latin typeface="Arial"/>
                <a:ea typeface="Arial"/>
                <a:cs typeface="Arial"/>
              </a:defRPr>
            </a:lvl7pPr>
            <a:lvl8pPr algn="l">
              <a:defRPr sz="1425" b="0">
                <a:solidFill>
                  <a:srgbClr val="F2F7FA"/>
                </a:solidFill>
                <a:latin typeface="Arial"/>
                <a:ea typeface="Arial"/>
                <a:cs typeface="Arial"/>
              </a:defRPr>
            </a:lvl8pPr>
            <a:lvl9pPr algn="l">
              <a:defRPr sz="1425" b="0">
                <a:solidFill>
                  <a:srgbClr val="F2F7FA"/>
                </a:solidFill>
                <a:latin typeface="Arial"/>
                <a:ea typeface="Arial"/>
                <a:cs typeface="Arial"/>
              </a:defRPr>
            </a:lvl9pPr>
          </a:lstStyle>
          <a:p xmlns:a="http://schemas.openxmlformats.org/drawingml/2006/main">
            <a:pPr algn="l">
              <a:defRPr sz="1425" b="0">
                <a:solidFill>
                  <a:srgbClr val="F2F7FA"/>
                </a:solidFill>
                <a:latin typeface="Arial"/>
                <a:ea typeface="Arial"/>
                <a:cs typeface="Arial"/>
              </a:defRPr>
            </a:pPr>
            <a:r>
              <a:rPr sz="1425" b="0">
                <a:solidFill>
                  <a:srgbClr val="F2F7FA"/>
                </a:solidFill>
                <a:latin typeface="Arial"/>
                <a:ea typeface="Arial"/>
                <a:cs typeface="Arial"/>
              </a:rPr>
              <a:t>No final candidate selected</a:t>
            </a:r>
          </a:p>
        </p:txBody>
      </p:sp>
      <p:sp>
        <p:nvSpPr>
          <p:cNvPr id="42" name="">
            <a:extLst xmlns:a="http://schemas.openxmlformats.org/drawingml/2006/main">
              <a:ext uri="{FF2B5EF4-FFF2-40B4-BE49-F238E27FC236}">
                <a16:creationId xmlns:a16="http://schemas.microsoft.com/office/drawing/2014/main" id="{BD72814E-6014-4A56-A8F2-68521A5A18BA}"/>
              </a:ext>
            </a:extLst>
          </p:cNvPr>
          <p:cNvSpPr>
            <a:spLocks xmlns:a="http://schemas.openxmlformats.org/drawingml/2006/main" noGrp="1"/>
          </p:cNvSpPr>
          <p:nvPr/>
        </p:nvSpPr>
        <p:spPr>
          <a:xfrm xmlns:a="http://schemas.openxmlformats.org/drawingml/2006/main">
            <a:off x="8429625" y="4581525"/>
            <a:ext cx="85725" cy="85725"/>
          </a:xfrm>
          <a:prstGeom xmlns:a="http://schemas.openxmlformats.org/drawingml/2006/main" prst="ellipse">
            <a:avLst/>
          </a:prstGeom>
          <a:solidFill xmlns:a="http://schemas.openxmlformats.org/drawingml/2006/main">
            <a:srgbClr val="36D9D0"/>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1D24D1B6-277D-468C-9CEA-12255F93DF8B}"/>
              </a:ext>
            </a:extLst>
          </p:cNvPr>
          <p:cNvSpPr>
            <a:spLocks xmlns:a="http://schemas.openxmlformats.org/drawingml/2006/main" noGrp="1"/>
          </p:cNvSpPr>
          <p:nvPr/>
        </p:nvSpPr>
        <p:spPr>
          <a:xfrm xmlns:a="http://schemas.openxmlformats.org/drawingml/2006/main">
            <a:off x="8639175" y="4495800"/>
            <a:ext cx="2667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F2F7FA"/>
                </a:solidFill>
                <a:latin typeface="Arial"/>
                <a:ea typeface="Arial"/>
                <a:cs typeface="Arial"/>
              </a:defRPr>
            </a:defPPr>
            <a:lvl1pPr algn="l">
              <a:defRPr sz="1425" b="0">
                <a:solidFill>
                  <a:srgbClr val="F2F7FA"/>
                </a:solidFill>
                <a:latin typeface="Arial"/>
                <a:ea typeface="Arial"/>
                <a:cs typeface="Arial"/>
              </a:defRPr>
            </a:lvl1pPr>
            <a:lvl2pPr algn="l">
              <a:defRPr sz="1425" b="0">
                <a:solidFill>
                  <a:srgbClr val="F2F7FA"/>
                </a:solidFill>
                <a:latin typeface="Arial"/>
                <a:ea typeface="Arial"/>
                <a:cs typeface="Arial"/>
              </a:defRPr>
            </a:lvl2pPr>
            <a:lvl3pPr algn="l">
              <a:defRPr sz="1425" b="0">
                <a:solidFill>
                  <a:srgbClr val="F2F7FA"/>
                </a:solidFill>
                <a:latin typeface="Arial"/>
                <a:ea typeface="Arial"/>
                <a:cs typeface="Arial"/>
              </a:defRPr>
            </a:lvl3pPr>
            <a:lvl4pPr algn="l">
              <a:defRPr sz="1425" b="0">
                <a:solidFill>
                  <a:srgbClr val="F2F7FA"/>
                </a:solidFill>
                <a:latin typeface="Arial"/>
                <a:ea typeface="Arial"/>
                <a:cs typeface="Arial"/>
              </a:defRPr>
            </a:lvl4pPr>
            <a:lvl5pPr algn="l">
              <a:defRPr sz="1425" b="0">
                <a:solidFill>
                  <a:srgbClr val="F2F7FA"/>
                </a:solidFill>
                <a:latin typeface="Arial"/>
                <a:ea typeface="Arial"/>
                <a:cs typeface="Arial"/>
              </a:defRPr>
            </a:lvl5pPr>
            <a:lvl6pPr algn="l">
              <a:defRPr sz="1425" b="0">
                <a:solidFill>
                  <a:srgbClr val="F2F7FA"/>
                </a:solidFill>
                <a:latin typeface="Arial"/>
                <a:ea typeface="Arial"/>
                <a:cs typeface="Arial"/>
              </a:defRPr>
            </a:lvl6pPr>
            <a:lvl7pPr algn="l">
              <a:defRPr sz="1425" b="0">
                <a:solidFill>
                  <a:srgbClr val="F2F7FA"/>
                </a:solidFill>
                <a:latin typeface="Arial"/>
                <a:ea typeface="Arial"/>
                <a:cs typeface="Arial"/>
              </a:defRPr>
            </a:lvl7pPr>
            <a:lvl8pPr algn="l">
              <a:defRPr sz="1425" b="0">
                <a:solidFill>
                  <a:srgbClr val="F2F7FA"/>
                </a:solidFill>
                <a:latin typeface="Arial"/>
                <a:ea typeface="Arial"/>
                <a:cs typeface="Arial"/>
              </a:defRPr>
            </a:lvl8pPr>
            <a:lvl9pPr algn="l">
              <a:defRPr sz="1425" b="0">
                <a:solidFill>
                  <a:srgbClr val="F2F7FA"/>
                </a:solidFill>
                <a:latin typeface="Arial"/>
                <a:ea typeface="Arial"/>
                <a:cs typeface="Arial"/>
              </a:defRPr>
            </a:lvl9pPr>
          </a:lstStyle>
          <a:p xmlns:a="http://schemas.openxmlformats.org/drawingml/2006/main">
            <a:pPr algn="l">
              <a:defRPr sz="1425" b="0">
                <a:solidFill>
                  <a:srgbClr val="F2F7FA"/>
                </a:solidFill>
                <a:latin typeface="Arial"/>
                <a:ea typeface="Arial"/>
                <a:cs typeface="Arial"/>
              </a:defRPr>
            </a:pPr>
            <a:r>
              <a:rPr sz="1425" b="0">
                <a:solidFill>
                  <a:srgbClr val="F2F7FA"/>
                </a:solidFill>
                <a:latin typeface="Arial"/>
                <a:ea typeface="Arial"/>
                <a:cs typeface="Arial"/>
              </a:rPr>
              <a:t>No runtime benchmark</a:t>
            </a:r>
          </a:p>
        </p:txBody>
      </p:sp>
      <p:sp>
        <p:nvSpPr>
          <p:cNvPr id="44" name="">
            <a:extLst xmlns:a="http://schemas.openxmlformats.org/drawingml/2006/main">
              <a:ext uri="{FF2B5EF4-FFF2-40B4-BE49-F238E27FC236}">
                <a16:creationId xmlns:a16="http://schemas.microsoft.com/office/drawing/2014/main" id="{9246705D-EC32-4036-A68F-0C39A3DCE364}"/>
              </a:ext>
            </a:extLst>
          </p:cNvPr>
          <p:cNvSpPr>
            <a:spLocks xmlns:a="http://schemas.openxmlformats.org/drawingml/2006/main" noGrp="1"/>
          </p:cNvSpPr>
          <p:nvPr/>
        </p:nvSpPr>
        <p:spPr>
          <a:xfrm xmlns:a="http://schemas.openxmlformats.org/drawingml/2006/main">
            <a:off x="781050" y="5657850"/>
            <a:ext cx="1047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0">
                <a:solidFill>
                  <a:srgbClr val="B2C4CF"/>
                </a:solidFill>
                <a:latin typeface="Arial"/>
                <a:ea typeface="Arial"/>
                <a:cs typeface="Arial"/>
              </a:defRPr>
            </a:defPPr>
            <a:lvl1pPr algn="l">
              <a:defRPr sz="1500" b="0">
                <a:solidFill>
                  <a:srgbClr val="B2C4CF"/>
                </a:solidFill>
                <a:latin typeface="Arial"/>
                <a:ea typeface="Arial"/>
                <a:cs typeface="Arial"/>
              </a:defRPr>
            </a:lvl1pPr>
            <a:lvl2pPr algn="l">
              <a:defRPr sz="1500" b="0">
                <a:solidFill>
                  <a:srgbClr val="B2C4CF"/>
                </a:solidFill>
                <a:latin typeface="Arial"/>
                <a:ea typeface="Arial"/>
                <a:cs typeface="Arial"/>
              </a:defRPr>
            </a:lvl2pPr>
            <a:lvl3pPr algn="l">
              <a:defRPr sz="1500" b="0">
                <a:solidFill>
                  <a:srgbClr val="B2C4CF"/>
                </a:solidFill>
                <a:latin typeface="Arial"/>
                <a:ea typeface="Arial"/>
                <a:cs typeface="Arial"/>
              </a:defRPr>
            </a:lvl3pPr>
            <a:lvl4pPr algn="l">
              <a:defRPr sz="1500" b="0">
                <a:solidFill>
                  <a:srgbClr val="B2C4CF"/>
                </a:solidFill>
                <a:latin typeface="Arial"/>
                <a:ea typeface="Arial"/>
                <a:cs typeface="Arial"/>
              </a:defRPr>
            </a:lvl4pPr>
            <a:lvl5pPr algn="l">
              <a:defRPr sz="1500" b="0">
                <a:solidFill>
                  <a:srgbClr val="B2C4CF"/>
                </a:solidFill>
                <a:latin typeface="Arial"/>
                <a:ea typeface="Arial"/>
                <a:cs typeface="Arial"/>
              </a:defRPr>
            </a:lvl5pPr>
            <a:lvl6pPr algn="l">
              <a:defRPr sz="1500" b="0">
                <a:solidFill>
                  <a:srgbClr val="B2C4CF"/>
                </a:solidFill>
                <a:latin typeface="Arial"/>
                <a:ea typeface="Arial"/>
                <a:cs typeface="Arial"/>
              </a:defRPr>
            </a:lvl6pPr>
            <a:lvl7pPr algn="l">
              <a:defRPr sz="1500" b="0">
                <a:solidFill>
                  <a:srgbClr val="B2C4CF"/>
                </a:solidFill>
                <a:latin typeface="Arial"/>
                <a:ea typeface="Arial"/>
                <a:cs typeface="Arial"/>
              </a:defRPr>
            </a:lvl7pPr>
            <a:lvl8pPr algn="l">
              <a:defRPr sz="1500" b="0">
                <a:solidFill>
                  <a:srgbClr val="B2C4CF"/>
                </a:solidFill>
                <a:latin typeface="Arial"/>
                <a:ea typeface="Arial"/>
                <a:cs typeface="Arial"/>
              </a:defRPr>
            </a:lvl8pPr>
            <a:lvl9pPr algn="l">
              <a:defRPr sz="1500" b="0">
                <a:solidFill>
                  <a:srgbClr val="B2C4CF"/>
                </a:solidFill>
                <a:latin typeface="Arial"/>
                <a:ea typeface="Arial"/>
                <a:cs typeface="Arial"/>
              </a:defRPr>
            </a:lvl9pPr>
          </a:lstStyle>
          <a:p xmlns:a="http://schemas.openxmlformats.org/drawingml/2006/main">
            <a:pPr algn="l">
              <a:defRPr sz="1500" b="0">
                <a:solidFill>
                  <a:srgbClr val="B2C4CF"/>
                </a:solidFill>
                <a:latin typeface="Arial"/>
                <a:ea typeface="Arial"/>
                <a:cs typeface="Arial"/>
              </a:defRPr>
            </a:pPr>
            <a:r>
              <a:rPr sz="1500" b="0">
                <a:solidFill>
                  <a:srgbClr val="B2C4CF"/>
                </a:solidFill>
                <a:latin typeface="Arial"/>
                <a:ea typeface="Arial"/>
                <a:cs typeface="Arial"/>
              </a:rPr>
              <a:t>Other model variants and result artifacts are not part of this bundled main-branch run.</a:t>
            </a:r>
          </a:p>
        </p:txBody>
      </p:sp>
    </p:spTree>
    <p:extLst>
      <p:ext uri="{BB962C8B-B14F-4D97-AF65-F5344CB8AC3E}">
        <p14:creationId xmlns:p14="http://schemas.microsoft.com/office/powerpoint/2010/main" val="1309023323"/>
      </p:ext>
    </p:extLst>
  </p:cSld>
</p:sld>
</file>

<file path=ppt/slides/slide7.xml><?xml version="1.0" encoding="utf-8"?>
<p:sld xmlns:p="http://schemas.openxmlformats.org/presentationml/2006/main">
  <p:cSld>
    <p:bg>
      <p:bgPr>
        <a:solidFill xmlns:a="http://schemas.openxmlformats.org/drawingml/2006/main">
          <a:srgbClr val="07131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5163B88C-E6EF-4DB5-8DF1-0A8CA9D15DD8}"/>
              </a:ext>
            </a:extLst>
          </p:cNvPr>
          <p:cNvSpPr>
            <a:spLocks xmlns:a="http://schemas.openxmlformats.org/drawingml/2006/main" noGrp="1"/>
          </p:cNvSpPr>
          <p:nvPr/>
        </p:nvSpPr>
        <p:spPr>
          <a:xfrm xmlns:a="http://schemas.openxmlformats.org/drawingml/2006/main">
            <a:off x="609600" y="247650"/>
            <a:ext cx="876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36D9D0"/>
                </a:solidFill>
                <a:latin typeface="Arial"/>
                <a:ea typeface="Arial"/>
                <a:cs typeface="Arial"/>
              </a:defRPr>
            </a:defPPr>
            <a:lvl1pPr algn="l">
              <a:defRPr sz="1125" b="1">
                <a:solidFill>
                  <a:srgbClr val="36D9D0"/>
                </a:solidFill>
                <a:latin typeface="Arial"/>
                <a:ea typeface="Arial"/>
                <a:cs typeface="Arial"/>
              </a:defRPr>
            </a:lvl1pPr>
            <a:lvl2pPr algn="l">
              <a:defRPr sz="1125" b="1">
                <a:solidFill>
                  <a:srgbClr val="36D9D0"/>
                </a:solidFill>
                <a:latin typeface="Arial"/>
                <a:ea typeface="Arial"/>
                <a:cs typeface="Arial"/>
              </a:defRPr>
            </a:lvl2pPr>
            <a:lvl3pPr algn="l">
              <a:defRPr sz="1125" b="1">
                <a:solidFill>
                  <a:srgbClr val="36D9D0"/>
                </a:solidFill>
                <a:latin typeface="Arial"/>
                <a:ea typeface="Arial"/>
                <a:cs typeface="Arial"/>
              </a:defRPr>
            </a:lvl3pPr>
            <a:lvl4pPr algn="l">
              <a:defRPr sz="1125" b="1">
                <a:solidFill>
                  <a:srgbClr val="36D9D0"/>
                </a:solidFill>
                <a:latin typeface="Arial"/>
                <a:ea typeface="Arial"/>
                <a:cs typeface="Arial"/>
              </a:defRPr>
            </a:lvl4pPr>
            <a:lvl5pPr algn="l">
              <a:defRPr sz="1125" b="1">
                <a:solidFill>
                  <a:srgbClr val="36D9D0"/>
                </a:solidFill>
                <a:latin typeface="Arial"/>
                <a:ea typeface="Arial"/>
                <a:cs typeface="Arial"/>
              </a:defRPr>
            </a:lvl5pPr>
            <a:lvl6pPr algn="l">
              <a:defRPr sz="1125" b="1">
                <a:solidFill>
                  <a:srgbClr val="36D9D0"/>
                </a:solidFill>
                <a:latin typeface="Arial"/>
                <a:ea typeface="Arial"/>
                <a:cs typeface="Arial"/>
              </a:defRPr>
            </a:lvl6pPr>
            <a:lvl7pPr algn="l">
              <a:defRPr sz="1125" b="1">
                <a:solidFill>
                  <a:srgbClr val="36D9D0"/>
                </a:solidFill>
                <a:latin typeface="Arial"/>
                <a:ea typeface="Arial"/>
                <a:cs typeface="Arial"/>
              </a:defRPr>
            </a:lvl7pPr>
            <a:lvl8pPr algn="l">
              <a:defRPr sz="1125" b="1">
                <a:solidFill>
                  <a:srgbClr val="36D9D0"/>
                </a:solidFill>
                <a:latin typeface="Arial"/>
                <a:ea typeface="Arial"/>
                <a:cs typeface="Arial"/>
              </a:defRPr>
            </a:lvl8pPr>
            <a:lvl9pPr algn="l">
              <a:defRPr sz="1125" b="1">
                <a:solidFill>
                  <a:srgbClr val="36D9D0"/>
                </a:solidFill>
                <a:latin typeface="Arial"/>
                <a:ea typeface="Arial"/>
                <a:cs typeface="Arial"/>
              </a:defRPr>
            </a:lvl9pPr>
          </a:lstStyle>
          <a:p xmlns:a="http://schemas.openxmlformats.org/drawingml/2006/main">
            <a:pPr algn="l">
              <a:defRPr sz="1125" b="1">
                <a:solidFill>
                  <a:srgbClr val="36D9D0"/>
                </a:solidFill>
                <a:latin typeface="Arial"/>
                <a:ea typeface="Arial"/>
                <a:cs typeface="Arial"/>
              </a:defRPr>
            </a:pPr>
            <a:r>
              <a:rPr sz="1125" b="1">
                <a:solidFill>
                  <a:srgbClr val="36D9D0"/>
                </a:solidFill>
                <a:latin typeface="Arial"/>
                <a:ea typeface="Arial"/>
                <a:cs typeface="Arial"/>
              </a:rPr>
              <a:t>SENTINEL PULSE   /   SCORING</a:t>
            </a:r>
          </a:p>
        </p:txBody>
      </p:sp>
      <p:sp>
        <p:nvSpPr>
          <p:cNvPr id="2" name="">
            <a:extLst xmlns:a="http://schemas.openxmlformats.org/drawingml/2006/main">
              <a:ext uri="{FF2B5EF4-FFF2-40B4-BE49-F238E27FC236}">
                <a16:creationId xmlns:a16="http://schemas.microsoft.com/office/drawing/2014/main" id="{95AA81A5-653B-4190-BD3B-1651810849D1}"/>
              </a:ext>
            </a:extLst>
          </p:cNvPr>
          <p:cNvSpPr>
            <a:spLocks xmlns:a="http://schemas.openxmlformats.org/drawingml/2006/main" noGrp="1"/>
          </p:cNvSpPr>
          <p:nvPr/>
        </p:nvSpPr>
        <p:spPr>
          <a:xfrm xmlns:a="http://schemas.openxmlformats.org/drawingml/2006/main">
            <a:off x="609600" y="590550"/>
            <a:ext cx="10972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700" b="1">
                <a:solidFill>
                  <a:srgbClr val="F2F7FA"/>
                </a:solidFill>
                <a:latin typeface="Arial"/>
                <a:ea typeface="Arial"/>
                <a:cs typeface="Arial"/>
              </a:defRPr>
            </a:defPPr>
            <a:lvl1pPr algn="l">
              <a:defRPr sz="2700" b="1">
                <a:solidFill>
                  <a:srgbClr val="F2F7FA"/>
                </a:solidFill>
                <a:latin typeface="Arial"/>
                <a:ea typeface="Arial"/>
                <a:cs typeface="Arial"/>
              </a:defRPr>
            </a:lvl1pPr>
            <a:lvl2pPr algn="l">
              <a:defRPr sz="2700" b="1">
                <a:solidFill>
                  <a:srgbClr val="F2F7FA"/>
                </a:solidFill>
                <a:latin typeface="Arial"/>
                <a:ea typeface="Arial"/>
                <a:cs typeface="Arial"/>
              </a:defRPr>
            </a:lvl2pPr>
            <a:lvl3pPr algn="l">
              <a:defRPr sz="2700" b="1">
                <a:solidFill>
                  <a:srgbClr val="F2F7FA"/>
                </a:solidFill>
                <a:latin typeface="Arial"/>
                <a:ea typeface="Arial"/>
                <a:cs typeface="Arial"/>
              </a:defRPr>
            </a:lvl3pPr>
            <a:lvl4pPr algn="l">
              <a:defRPr sz="2700" b="1">
                <a:solidFill>
                  <a:srgbClr val="F2F7FA"/>
                </a:solidFill>
                <a:latin typeface="Arial"/>
                <a:ea typeface="Arial"/>
                <a:cs typeface="Arial"/>
              </a:defRPr>
            </a:lvl4pPr>
            <a:lvl5pPr algn="l">
              <a:defRPr sz="2700" b="1">
                <a:solidFill>
                  <a:srgbClr val="F2F7FA"/>
                </a:solidFill>
                <a:latin typeface="Arial"/>
                <a:ea typeface="Arial"/>
                <a:cs typeface="Arial"/>
              </a:defRPr>
            </a:lvl5pPr>
            <a:lvl6pPr algn="l">
              <a:defRPr sz="2700" b="1">
                <a:solidFill>
                  <a:srgbClr val="F2F7FA"/>
                </a:solidFill>
                <a:latin typeface="Arial"/>
                <a:ea typeface="Arial"/>
                <a:cs typeface="Arial"/>
              </a:defRPr>
            </a:lvl6pPr>
            <a:lvl7pPr algn="l">
              <a:defRPr sz="2700" b="1">
                <a:solidFill>
                  <a:srgbClr val="F2F7FA"/>
                </a:solidFill>
                <a:latin typeface="Arial"/>
                <a:ea typeface="Arial"/>
                <a:cs typeface="Arial"/>
              </a:defRPr>
            </a:lvl7pPr>
            <a:lvl8pPr algn="l">
              <a:defRPr sz="2700" b="1">
                <a:solidFill>
                  <a:srgbClr val="F2F7FA"/>
                </a:solidFill>
                <a:latin typeface="Arial"/>
                <a:ea typeface="Arial"/>
                <a:cs typeface="Arial"/>
              </a:defRPr>
            </a:lvl8pPr>
            <a:lvl9pPr algn="l">
              <a:defRPr sz="2700" b="1">
                <a:solidFill>
                  <a:srgbClr val="F2F7FA"/>
                </a:solidFill>
                <a:latin typeface="Arial"/>
                <a:ea typeface="Arial"/>
                <a:cs typeface="Arial"/>
              </a:defRPr>
            </a:lvl9pPr>
          </a:lstStyle>
          <a:p xmlns:a="http://schemas.openxmlformats.org/drawingml/2006/main">
            <a:pPr algn="l">
              <a:defRPr sz="2700" b="1">
                <a:solidFill>
                  <a:srgbClr val="F2F7FA"/>
                </a:solidFill>
                <a:latin typeface="Arial"/>
                <a:ea typeface="Arial"/>
                <a:cs typeface="Arial"/>
              </a:defRPr>
            </a:pPr>
            <a:r>
              <a:rPr sz="2700" b="1">
                <a:solidFill>
                  <a:srgbClr val="F2F7FA"/>
                </a:solidFill>
                <a:latin typeface="Arial"/>
                <a:ea typeface="Arial"/>
                <a:cs typeface="Arial"/>
              </a:rPr>
              <a:t>Evaluation is useful for wiring, but still provisional</a:t>
            </a:r>
          </a:p>
        </p:txBody>
      </p:sp>
      <p:sp>
        <p:nvSpPr>
          <p:cNvPr id="3" name="">
            <a:extLst xmlns:a="http://schemas.openxmlformats.org/drawingml/2006/main">
              <a:ext uri="{FF2B5EF4-FFF2-40B4-BE49-F238E27FC236}">
                <a16:creationId xmlns:a16="http://schemas.microsoft.com/office/drawing/2014/main" id="{5D68A272-8E18-4F49-BDC5-B2F5C2EF1AF0}"/>
              </a:ext>
            </a:extLst>
          </p:cNvPr>
          <p:cNvSpPr>
            <a:spLocks xmlns:a="http://schemas.openxmlformats.org/drawingml/2006/main" noGrp="1"/>
          </p:cNvSpPr>
          <p:nvPr/>
        </p:nvSpPr>
        <p:spPr>
          <a:xfrm xmlns:a="http://schemas.openxmlformats.org/drawingml/2006/main">
            <a:off x="609600" y="1200150"/>
            <a:ext cx="10972800" cy="9525"/>
          </a:xfrm>
          <a:prstGeom xmlns:a="http://schemas.openxmlformats.org/drawingml/2006/main" prst="rect">
            <a:avLst/>
          </a:prstGeom>
          <a:solidFill xmlns:a="http://schemas.openxmlformats.org/drawingml/2006/main">
            <a:srgbClr val="284455"/>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12228D01-1A45-4163-B045-BAF8D353EEEC}"/>
              </a:ext>
            </a:extLst>
          </p:cNvPr>
          <p:cNvSpPr>
            <a:spLocks xmlns:a="http://schemas.openxmlformats.org/drawingml/2006/main" noGrp="1"/>
          </p:cNvSpPr>
          <p:nvPr/>
        </p:nvSpPr>
        <p:spPr>
          <a:xfrm xmlns:a="http://schemas.openxmlformats.org/drawingml/2006/main">
            <a:off x="609600" y="6496050"/>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00" b="0">
                <a:solidFill>
                  <a:srgbClr val="B2C4CF"/>
                </a:solidFill>
                <a:latin typeface="Arial"/>
                <a:ea typeface="Arial"/>
                <a:cs typeface="Arial"/>
              </a:defRPr>
            </a:defPPr>
            <a:lvl1pPr algn="r">
              <a:defRPr sz="900" b="0">
                <a:solidFill>
                  <a:srgbClr val="B2C4CF"/>
                </a:solidFill>
                <a:latin typeface="Arial"/>
                <a:ea typeface="Arial"/>
                <a:cs typeface="Arial"/>
              </a:defRPr>
            </a:lvl1pPr>
            <a:lvl2pPr algn="r">
              <a:defRPr sz="900" b="0">
                <a:solidFill>
                  <a:srgbClr val="B2C4CF"/>
                </a:solidFill>
                <a:latin typeface="Arial"/>
                <a:ea typeface="Arial"/>
                <a:cs typeface="Arial"/>
              </a:defRPr>
            </a:lvl2pPr>
            <a:lvl3pPr algn="r">
              <a:defRPr sz="900" b="0">
                <a:solidFill>
                  <a:srgbClr val="B2C4CF"/>
                </a:solidFill>
                <a:latin typeface="Arial"/>
                <a:ea typeface="Arial"/>
                <a:cs typeface="Arial"/>
              </a:defRPr>
            </a:lvl3pPr>
            <a:lvl4pPr algn="r">
              <a:defRPr sz="900" b="0">
                <a:solidFill>
                  <a:srgbClr val="B2C4CF"/>
                </a:solidFill>
                <a:latin typeface="Arial"/>
                <a:ea typeface="Arial"/>
                <a:cs typeface="Arial"/>
              </a:defRPr>
            </a:lvl4pPr>
            <a:lvl5pPr algn="r">
              <a:defRPr sz="900" b="0">
                <a:solidFill>
                  <a:srgbClr val="B2C4CF"/>
                </a:solidFill>
                <a:latin typeface="Arial"/>
                <a:ea typeface="Arial"/>
                <a:cs typeface="Arial"/>
              </a:defRPr>
            </a:lvl5pPr>
            <a:lvl6pPr algn="r">
              <a:defRPr sz="900" b="0">
                <a:solidFill>
                  <a:srgbClr val="B2C4CF"/>
                </a:solidFill>
                <a:latin typeface="Arial"/>
                <a:ea typeface="Arial"/>
                <a:cs typeface="Arial"/>
              </a:defRPr>
            </a:lvl6pPr>
            <a:lvl7pPr algn="r">
              <a:defRPr sz="900" b="0">
                <a:solidFill>
                  <a:srgbClr val="B2C4CF"/>
                </a:solidFill>
                <a:latin typeface="Arial"/>
                <a:ea typeface="Arial"/>
                <a:cs typeface="Arial"/>
              </a:defRPr>
            </a:lvl7pPr>
            <a:lvl8pPr algn="r">
              <a:defRPr sz="900" b="0">
                <a:solidFill>
                  <a:srgbClr val="B2C4CF"/>
                </a:solidFill>
                <a:latin typeface="Arial"/>
                <a:ea typeface="Arial"/>
                <a:cs typeface="Arial"/>
              </a:defRPr>
            </a:lvl8pPr>
            <a:lvl9pPr algn="r">
              <a:defRPr sz="900" b="0">
                <a:solidFill>
                  <a:srgbClr val="B2C4CF"/>
                </a:solidFill>
                <a:latin typeface="Arial"/>
                <a:ea typeface="Arial"/>
                <a:cs typeface="Arial"/>
              </a:defRPr>
            </a:lvl9pPr>
          </a:lstStyle>
          <a:p xmlns:a="http://schemas.openxmlformats.org/drawingml/2006/main">
            <a:pPr algn="r">
              <a:defRPr sz="900" b="0">
                <a:solidFill>
                  <a:srgbClr val="B2C4CF"/>
                </a:solidFill>
                <a:latin typeface="Arial"/>
                <a:ea typeface="Arial"/>
                <a:cs typeface="Arial"/>
              </a:defRPr>
            </a:pPr>
            <a:r>
              <a:rPr sz="900" b="0">
                <a:solidFill>
                  <a:srgbClr val="B2C4CF"/>
                </a:solidFill>
                <a:latin typeface="Arial"/>
                <a:ea typeface="Arial"/>
                <a:cs typeface="Arial"/>
              </a:rPr>
              <a:t>UTKRISHTA 2026  ·  CHALLENGE 2  ·  07 / 10</a:t>
            </a:r>
          </a:p>
        </p:txBody>
      </p:sp>
      <p:sp>
        <p:nvSpPr>
          <p:cNvPr id="5" name="">
            <a:extLst xmlns:a="http://schemas.openxmlformats.org/drawingml/2006/main">
              <a:ext uri="{FF2B5EF4-FFF2-40B4-BE49-F238E27FC236}">
                <a16:creationId xmlns:a16="http://schemas.microsoft.com/office/drawing/2014/main" id="{39A351A0-7216-4F03-B0C3-51A988AA6CCA}"/>
              </a:ext>
            </a:extLst>
          </p:cNvPr>
          <p:cNvSpPr>
            <a:spLocks xmlns:a="http://schemas.openxmlformats.org/drawingml/2006/main" noGrp="1"/>
          </p:cNvSpPr>
          <p:nvPr/>
        </p:nvSpPr>
        <p:spPr>
          <a:xfrm xmlns:a="http://schemas.openxmlformats.org/drawingml/2006/main">
            <a:off x="647700" y="1562100"/>
            <a:ext cx="4953000" cy="3867150"/>
          </a:xfrm>
          <a:prstGeom xmlns:a="http://schemas.openxmlformats.org/drawingml/2006/main" prst="roundRect">
            <a:avLst>
              <a:gd name="adj" fmla="val 1970"/>
            </a:avLst>
          </a:prstGeom>
          <a:solidFill xmlns:a="http://schemas.openxmlformats.org/drawingml/2006/main">
            <a:srgbClr val="102332"/>
          </a:solidFill>
          <a:ln xmlns:a="http://schemas.openxmlformats.org/drawingml/2006/main" w="9525">
            <a:solidFill>
              <a:srgbClr val="284455"/>
            </a:solidFill>
            <a:prstDash val="solid"/>
          </a:ln>
        </p:spPr>
      </p:sp>
      <p:sp>
        <p:nvSpPr>
          <p:cNvPr id="6" name="">
            <a:extLst xmlns:a="http://schemas.openxmlformats.org/drawingml/2006/main">
              <a:ext uri="{FF2B5EF4-FFF2-40B4-BE49-F238E27FC236}">
                <a16:creationId xmlns:a16="http://schemas.microsoft.com/office/drawing/2014/main" id="{6966870C-C8DF-449C-A0BA-9698D112C73F}"/>
              </a:ext>
            </a:extLst>
          </p:cNvPr>
          <p:cNvSpPr>
            <a:spLocks xmlns:a="http://schemas.openxmlformats.org/drawingml/2006/main" noGrp="1"/>
          </p:cNvSpPr>
          <p:nvPr/>
        </p:nvSpPr>
        <p:spPr>
          <a:xfrm xmlns:a="http://schemas.openxmlformats.org/drawingml/2006/main">
            <a:off x="647700" y="1562100"/>
            <a:ext cx="38100" cy="3867150"/>
          </a:xfrm>
          <a:prstGeom xmlns:a="http://schemas.openxmlformats.org/drawingml/2006/main" prst="rect">
            <a:avLst/>
          </a:prstGeom>
          <a:solidFill xmlns:a="http://schemas.openxmlformats.org/drawingml/2006/main">
            <a:srgbClr val="36D9D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61799142-F75B-4945-B462-C969C3981A85}"/>
              </a:ext>
            </a:extLst>
          </p:cNvPr>
          <p:cNvSpPr>
            <a:spLocks xmlns:a="http://schemas.openxmlformats.org/drawingml/2006/main" noGrp="1"/>
          </p:cNvSpPr>
          <p:nvPr/>
        </p:nvSpPr>
        <p:spPr>
          <a:xfrm xmlns:a="http://schemas.openxmlformats.org/drawingml/2006/main">
            <a:off x="895350" y="1809750"/>
            <a:ext cx="428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1">
                <a:solidFill>
                  <a:srgbClr val="36D9D0"/>
                </a:solidFill>
                <a:latin typeface="Arial"/>
                <a:ea typeface="Arial"/>
                <a:cs typeface="Arial"/>
              </a:defRPr>
            </a:defPPr>
            <a:lvl1pPr algn="l">
              <a:defRPr sz="1275" b="1">
                <a:solidFill>
                  <a:srgbClr val="36D9D0"/>
                </a:solidFill>
                <a:latin typeface="Arial"/>
                <a:ea typeface="Arial"/>
                <a:cs typeface="Arial"/>
              </a:defRPr>
            </a:lvl1pPr>
            <a:lvl2pPr algn="l">
              <a:defRPr sz="1275" b="1">
                <a:solidFill>
                  <a:srgbClr val="36D9D0"/>
                </a:solidFill>
                <a:latin typeface="Arial"/>
                <a:ea typeface="Arial"/>
                <a:cs typeface="Arial"/>
              </a:defRPr>
            </a:lvl2pPr>
            <a:lvl3pPr algn="l">
              <a:defRPr sz="1275" b="1">
                <a:solidFill>
                  <a:srgbClr val="36D9D0"/>
                </a:solidFill>
                <a:latin typeface="Arial"/>
                <a:ea typeface="Arial"/>
                <a:cs typeface="Arial"/>
              </a:defRPr>
            </a:lvl3pPr>
            <a:lvl4pPr algn="l">
              <a:defRPr sz="1275" b="1">
                <a:solidFill>
                  <a:srgbClr val="36D9D0"/>
                </a:solidFill>
                <a:latin typeface="Arial"/>
                <a:ea typeface="Arial"/>
                <a:cs typeface="Arial"/>
              </a:defRPr>
            </a:lvl4pPr>
            <a:lvl5pPr algn="l">
              <a:defRPr sz="1275" b="1">
                <a:solidFill>
                  <a:srgbClr val="36D9D0"/>
                </a:solidFill>
                <a:latin typeface="Arial"/>
                <a:ea typeface="Arial"/>
                <a:cs typeface="Arial"/>
              </a:defRPr>
            </a:lvl5pPr>
            <a:lvl6pPr algn="l">
              <a:defRPr sz="1275" b="1">
                <a:solidFill>
                  <a:srgbClr val="36D9D0"/>
                </a:solidFill>
                <a:latin typeface="Arial"/>
                <a:ea typeface="Arial"/>
                <a:cs typeface="Arial"/>
              </a:defRPr>
            </a:lvl6pPr>
            <a:lvl7pPr algn="l">
              <a:defRPr sz="1275" b="1">
                <a:solidFill>
                  <a:srgbClr val="36D9D0"/>
                </a:solidFill>
                <a:latin typeface="Arial"/>
                <a:ea typeface="Arial"/>
                <a:cs typeface="Arial"/>
              </a:defRPr>
            </a:lvl7pPr>
            <a:lvl8pPr algn="l">
              <a:defRPr sz="1275" b="1">
                <a:solidFill>
                  <a:srgbClr val="36D9D0"/>
                </a:solidFill>
                <a:latin typeface="Arial"/>
                <a:ea typeface="Arial"/>
                <a:cs typeface="Arial"/>
              </a:defRPr>
            </a:lvl8pPr>
            <a:lvl9pPr algn="l">
              <a:defRPr sz="1275" b="1">
                <a:solidFill>
                  <a:srgbClr val="36D9D0"/>
                </a:solidFill>
                <a:latin typeface="Arial"/>
                <a:ea typeface="Arial"/>
                <a:cs typeface="Arial"/>
              </a:defRPr>
            </a:lvl9pPr>
          </a:lstStyle>
          <a:p xmlns:a="http://schemas.openxmlformats.org/drawingml/2006/main">
            <a:pPr algn="l">
              <a:defRPr sz="1275" b="1">
                <a:solidFill>
                  <a:srgbClr val="36D9D0"/>
                </a:solidFill>
                <a:latin typeface="Arial"/>
                <a:ea typeface="Arial"/>
                <a:cs typeface="Arial"/>
              </a:defRPr>
            </a:pPr>
            <a:r>
              <a:rPr sz="1275" b="1">
                <a:solidFill>
                  <a:srgbClr val="36D9D0"/>
                </a:solidFill>
                <a:latin typeface="Arial"/>
                <a:ea typeface="Arial"/>
                <a:cs typeface="Arial"/>
              </a:rPr>
              <a:t>CURRENT LOCAL METRIC</a:t>
            </a:r>
          </a:p>
        </p:txBody>
      </p:sp>
      <p:sp>
        <p:nvSpPr>
          <p:cNvPr id="8" name="">
            <a:extLst xmlns:a="http://schemas.openxmlformats.org/drawingml/2006/main">
              <a:ext uri="{FF2B5EF4-FFF2-40B4-BE49-F238E27FC236}">
                <a16:creationId xmlns:a16="http://schemas.microsoft.com/office/drawing/2014/main" id="{0F23FEBD-94C7-4670-92DC-6D96B2E5E143}"/>
              </a:ext>
            </a:extLst>
          </p:cNvPr>
          <p:cNvSpPr>
            <a:spLocks xmlns:a="http://schemas.openxmlformats.org/drawingml/2006/main" noGrp="1"/>
          </p:cNvSpPr>
          <p:nvPr/>
        </p:nvSpPr>
        <p:spPr>
          <a:xfrm xmlns:a="http://schemas.openxmlformats.org/drawingml/2006/main">
            <a:off x="895350" y="2228850"/>
            <a:ext cx="428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025" b="1">
                <a:solidFill>
                  <a:srgbClr val="F2F7FA"/>
                </a:solidFill>
                <a:latin typeface="Arial"/>
                <a:ea typeface="Arial"/>
                <a:cs typeface="Arial"/>
              </a:defRPr>
            </a:defPPr>
            <a:lvl1pPr algn="l">
              <a:defRPr sz="2025" b="1">
                <a:solidFill>
                  <a:srgbClr val="F2F7FA"/>
                </a:solidFill>
                <a:latin typeface="Arial"/>
                <a:ea typeface="Arial"/>
                <a:cs typeface="Arial"/>
              </a:defRPr>
            </a:lvl1pPr>
            <a:lvl2pPr algn="l">
              <a:defRPr sz="2025" b="1">
                <a:solidFill>
                  <a:srgbClr val="F2F7FA"/>
                </a:solidFill>
                <a:latin typeface="Arial"/>
                <a:ea typeface="Arial"/>
                <a:cs typeface="Arial"/>
              </a:defRPr>
            </a:lvl2pPr>
            <a:lvl3pPr algn="l">
              <a:defRPr sz="2025" b="1">
                <a:solidFill>
                  <a:srgbClr val="F2F7FA"/>
                </a:solidFill>
                <a:latin typeface="Arial"/>
                <a:ea typeface="Arial"/>
                <a:cs typeface="Arial"/>
              </a:defRPr>
            </a:lvl3pPr>
            <a:lvl4pPr algn="l">
              <a:defRPr sz="2025" b="1">
                <a:solidFill>
                  <a:srgbClr val="F2F7FA"/>
                </a:solidFill>
                <a:latin typeface="Arial"/>
                <a:ea typeface="Arial"/>
                <a:cs typeface="Arial"/>
              </a:defRPr>
            </a:lvl4pPr>
            <a:lvl5pPr algn="l">
              <a:defRPr sz="2025" b="1">
                <a:solidFill>
                  <a:srgbClr val="F2F7FA"/>
                </a:solidFill>
                <a:latin typeface="Arial"/>
                <a:ea typeface="Arial"/>
                <a:cs typeface="Arial"/>
              </a:defRPr>
            </a:lvl5pPr>
            <a:lvl6pPr algn="l">
              <a:defRPr sz="2025" b="1">
                <a:solidFill>
                  <a:srgbClr val="F2F7FA"/>
                </a:solidFill>
                <a:latin typeface="Arial"/>
                <a:ea typeface="Arial"/>
                <a:cs typeface="Arial"/>
              </a:defRPr>
            </a:lvl6pPr>
            <a:lvl7pPr algn="l">
              <a:defRPr sz="2025" b="1">
                <a:solidFill>
                  <a:srgbClr val="F2F7FA"/>
                </a:solidFill>
                <a:latin typeface="Arial"/>
                <a:ea typeface="Arial"/>
                <a:cs typeface="Arial"/>
              </a:defRPr>
            </a:lvl7pPr>
            <a:lvl8pPr algn="l">
              <a:defRPr sz="2025" b="1">
                <a:solidFill>
                  <a:srgbClr val="F2F7FA"/>
                </a:solidFill>
                <a:latin typeface="Arial"/>
                <a:ea typeface="Arial"/>
                <a:cs typeface="Arial"/>
              </a:defRPr>
            </a:lvl8pPr>
            <a:lvl9pPr algn="l">
              <a:defRPr sz="2025" b="1">
                <a:solidFill>
                  <a:srgbClr val="F2F7FA"/>
                </a:solidFill>
                <a:latin typeface="Arial"/>
                <a:ea typeface="Arial"/>
                <a:cs typeface="Arial"/>
              </a:defRPr>
            </a:lvl9pPr>
          </a:lstStyle>
          <a:p xmlns:a="http://schemas.openxmlformats.org/drawingml/2006/main">
            <a:pPr algn="l">
              <a:defRPr sz="2025" b="1">
                <a:solidFill>
                  <a:srgbClr val="F2F7FA"/>
                </a:solidFill>
                <a:latin typeface="Arial"/>
                <a:ea typeface="Arial"/>
                <a:cs typeface="Arial"/>
              </a:defRPr>
            </a:pPr>
            <a:r>
              <a:rPr sz="2025" b="1">
                <a:solidFill>
                  <a:srgbClr val="F2F7FA"/>
                </a:solidFill>
                <a:latin typeface="Arial"/>
                <a:ea typeface="Arial"/>
                <a:cs typeface="Arial"/>
              </a:rPr>
              <a:t>provisional_event_trigger_f1_v0</a:t>
            </a:r>
          </a:p>
        </p:txBody>
      </p:sp>
      <p:sp>
        <p:nvSpPr>
          <p:cNvPr id="9" name="">
            <a:extLst xmlns:a="http://schemas.openxmlformats.org/drawingml/2006/main">
              <a:ext uri="{FF2B5EF4-FFF2-40B4-BE49-F238E27FC236}">
                <a16:creationId xmlns:a16="http://schemas.microsoft.com/office/drawing/2014/main" id="{5284CCE5-9101-440F-BC7C-4B02AE72B8DD}"/>
              </a:ext>
            </a:extLst>
          </p:cNvPr>
          <p:cNvSpPr>
            <a:spLocks xmlns:a="http://schemas.openxmlformats.org/drawingml/2006/main" noGrp="1"/>
          </p:cNvSpPr>
          <p:nvPr/>
        </p:nvSpPr>
        <p:spPr>
          <a:xfrm xmlns:a="http://schemas.openxmlformats.org/drawingml/2006/main">
            <a:off x="914400" y="3133725"/>
            <a:ext cx="85725" cy="85725"/>
          </a:xfrm>
          <a:prstGeom xmlns:a="http://schemas.openxmlformats.org/drawingml/2006/main" prst="ellipse">
            <a:avLst/>
          </a:prstGeom>
          <a:solidFill xmlns:a="http://schemas.openxmlformats.org/drawingml/2006/main">
            <a:srgbClr val="36D9D0"/>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E5C88E0-B637-4850-8393-8364AE964546}"/>
              </a:ext>
            </a:extLst>
          </p:cNvPr>
          <p:cNvSpPr>
            <a:spLocks xmlns:a="http://schemas.openxmlformats.org/drawingml/2006/main" noGrp="1"/>
          </p:cNvSpPr>
          <p:nvPr/>
        </p:nvSpPr>
        <p:spPr>
          <a:xfrm xmlns:a="http://schemas.openxmlformats.org/drawingml/2006/main">
            <a:off x="1123950" y="3048000"/>
            <a:ext cx="40576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a:solidFill>
                  <a:srgbClr val="F2F7FA"/>
                </a:solidFill>
                <a:latin typeface="Arial"/>
                <a:ea typeface="Arial"/>
                <a:cs typeface="Arial"/>
              </a:defRPr>
            </a:defPPr>
            <a:lvl1pPr algn="l">
              <a:defRPr sz="1575" b="0">
                <a:solidFill>
                  <a:srgbClr val="F2F7FA"/>
                </a:solidFill>
                <a:latin typeface="Arial"/>
                <a:ea typeface="Arial"/>
                <a:cs typeface="Arial"/>
              </a:defRPr>
            </a:lvl1pPr>
            <a:lvl2pPr algn="l">
              <a:defRPr sz="1575" b="0">
                <a:solidFill>
                  <a:srgbClr val="F2F7FA"/>
                </a:solidFill>
                <a:latin typeface="Arial"/>
                <a:ea typeface="Arial"/>
                <a:cs typeface="Arial"/>
              </a:defRPr>
            </a:lvl2pPr>
            <a:lvl3pPr algn="l">
              <a:defRPr sz="1575" b="0">
                <a:solidFill>
                  <a:srgbClr val="F2F7FA"/>
                </a:solidFill>
                <a:latin typeface="Arial"/>
                <a:ea typeface="Arial"/>
                <a:cs typeface="Arial"/>
              </a:defRPr>
            </a:lvl3pPr>
            <a:lvl4pPr algn="l">
              <a:defRPr sz="1575" b="0">
                <a:solidFill>
                  <a:srgbClr val="F2F7FA"/>
                </a:solidFill>
                <a:latin typeface="Arial"/>
                <a:ea typeface="Arial"/>
                <a:cs typeface="Arial"/>
              </a:defRPr>
            </a:lvl4pPr>
            <a:lvl5pPr algn="l">
              <a:defRPr sz="1575" b="0">
                <a:solidFill>
                  <a:srgbClr val="F2F7FA"/>
                </a:solidFill>
                <a:latin typeface="Arial"/>
                <a:ea typeface="Arial"/>
                <a:cs typeface="Arial"/>
              </a:defRPr>
            </a:lvl5pPr>
            <a:lvl6pPr algn="l">
              <a:defRPr sz="1575" b="0">
                <a:solidFill>
                  <a:srgbClr val="F2F7FA"/>
                </a:solidFill>
                <a:latin typeface="Arial"/>
                <a:ea typeface="Arial"/>
                <a:cs typeface="Arial"/>
              </a:defRPr>
            </a:lvl6pPr>
            <a:lvl7pPr algn="l">
              <a:defRPr sz="1575" b="0">
                <a:solidFill>
                  <a:srgbClr val="F2F7FA"/>
                </a:solidFill>
                <a:latin typeface="Arial"/>
                <a:ea typeface="Arial"/>
                <a:cs typeface="Arial"/>
              </a:defRPr>
            </a:lvl7pPr>
            <a:lvl8pPr algn="l">
              <a:defRPr sz="1575" b="0">
                <a:solidFill>
                  <a:srgbClr val="F2F7FA"/>
                </a:solidFill>
                <a:latin typeface="Arial"/>
                <a:ea typeface="Arial"/>
                <a:cs typeface="Arial"/>
              </a:defRPr>
            </a:lvl8pPr>
            <a:lvl9pPr algn="l">
              <a:defRPr sz="1575" b="0">
                <a:solidFill>
                  <a:srgbClr val="F2F7FA"/>
                </a:solidFill>
                <a:latin typeface="Arial"/>
                <a:ea typeface="Arial"/>
                <a:cs typeface="Arial"/>
              </a:defRPr>
            </a:lvl9pPr>
          </a:lstStyle>
          <a:p xmlns:a="http://schemas.openxmlformats.org/drawingml/2006/main">
            <a:pPr algn="l">
              <a:defRPr sz="1575" b="0">
                <a:solidFill>
                  <a:srgbClr val="F2F7FA"/>
                </a:solidFill>
                <a:latin typeface="Arial"/>
                <a:ea typeface="Arial"/>
                <a:cs typeface="Arial"/>
              </a:defRPr>
            </a:pPr>
            <a:r>
              <a:rPr sz="1575" b="0">
                <a:solidFill>
                  <a:srgbClr val="F2F7FA"/>
                </a:solidFill>
                <a:latin typeface="Arial"/>
                <a:ea typeface="Arial"/>
                <a:cs typeface="Arial"/>
              </a:rPr>
              <a:t>First trigger in a closed event window → TP</a:t>
            </a:r>
          </a:p>
        </p:txBody>
      </p:sp>
      <p:sp>
        <p:nvSpPr>
          <p:cNvPr id="11" name="">
            <a:extLst xmlns:a="http://schemas.openxmlformats.org/drawingml/2006/main">
              <a:ext uri="{FF2B5EF4-FFF2-40B4-BE49-F238E27FC236}">
                <a16:creationId xmlns:a16="http://schemas.microsoft.com/office/drawing/2014/main" id="{ADE39B32-84B5-4207-B45B-B62F39520853}"/>
              </a:ext>
            </a:extLst>
          </p:cNvPr>
          <p:cNvSpPr>
            <a:spLocks xmlns:a="http://schemas.openxmlformats.org/drawingml/2006/main" noGrp="1"/>
          </p:cNvSpPr>
          <p:nvPr/>
        </p:nvSpPr>
        <p:spPr>
          <a:xfrm xmlns:a="http://schemas.openxmlformats.org/drawingml/2006/main">
            <a:off x="914400" y="3590925"/>
            <a:ext cx="85725" cy="85725"/>
          </a:xfrm>
          <a:prstGeom xmlns:a="http://schemas.openxmlformats.org/drawingml/2006/main" prst="ellipse">
            <a:avLst/>
          </a:prstGeom>
          <a:solidFill xmlns:a="http://schemas.openxmlformats.org/drawingml/2006/main">
            <a:srgbClr val="36D9D0"/>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105FFFE6-FB8C-4ECA-8828-C24F85150C8D}"/>
              </a:ext>
            </a:extLst>
          </p:cNvPr>
          <p:cNvSpPr>
            <a:spLocks xmlns:a="http://schemas.openxmlformats.org/drawingml/2006/main" noGrp="1"/>
          </p:cNvSpPr>
          <p:nvPr/>
        </p:nvSpPr>
        <p:spPr>
          <a:xfrm xmlns:a="http://schemas.openxmlformats.org/drawingml/2006/main">
            <a:off x="1123950" y="3505200"/>
            <a:ext cx="40576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a:solidFill>
                  <a:srgbClr val="F2F7FA"/>
                </a:solidFill>
                <a:latin typeface="Arial"/>
                <a:ea typeface="Arial"/>
                <a:cs typeface="Arial"/>
              </a:defRPr>
            </a:defPPr>
            <a:lvl1pPr algn="l">
              <a:defRPr sz="1575" b="0">
                <a:solidFill>
                  <a:srgbClr val="F2F7FA"/>
                </a:solidFill>
                <a:latin typeface="Arial"/>
                <a:ea typeface="Arial"/>
                <a:cs typeface="Arial"/>
              </a:defRPr>
            </a:lvl1pPr>
            <a:lvl2pPr algn="l">
              <a:defRPr sz="1575" b="0">
                <a:solidFill>
                  <a:srgbClr val="F2F7FA"/>
                </a:solidFill>
                <a:latin typeface="Arial"/>
                <a:ea typeface="Arial"/>
                <a:cs typeface="Arial"/>
              </a:defRPr>
            </a:lvl2pPr>
            <a:lvl3pPr algn="l">
              <a:defRPr sz="1575" b="0">
                <a:solidFill>
                  <a:srgbClr val="F2F7FA"/>
                </a:solidFill>
                <a:latin typeface="Arial"/>
                <a:ea typeface="Arial"/>
                <a:cs typeface="Arial"/>
              </a:defRPr>
            </a:lvl3pPr>
            <a:lvl4pPr algn="l">
              <a:defRPr sz="1575" b="0">
                <a:solidFill>
                  <a:srgbClr val="F2F7FA"/>
                </a:solidFill>
                <a:latin typeface="Arial"/>
                <a:ea typeface="Arial"/>
                <a:cs typeface="Arial"/>
              </a:defRPr>
            </a:lvl4pPr>
            <a:lvl5pPr algn="l">
              <a:defRPr sz="1575" b="0">
                <a:solidFill>
                  <a:srgbClr val="F2F7FA"/>
                </a:solidFill>
                <a:latin typeface="Arial"/>
                <a:ea typeface="Arial"/>
                <a:cs typeface="Arial"/>
              </a:defRPr>
            </a:lvl5pPr>
            <a:lvl6pPr algn="l">
              <a:defRPr sz="1575" b="0">
                <a:solidFill>
                  <a:srgbClr val="F2F7FA"/>
                </a:solidFill>
                <a:latin typeface="Arial"/>
                <a:ea typeface="Arial"/>
                <a:cs typeface="Arial"/>
              </a:defRPr>
            </a:lvl6pPr>
            <a:lvl7pPr algn="l">
              <a:defRPr sz="1575" b="0">
                <a:solidFill>
                  <a:srgbClr val="F2F7FA"/>
                </a:solidFill>
                <a:latin typeface="Arial"/>
                <a:ea typeface="Arial"/>
                <a:cs typeface="Arial"/>
              </a:defRPr>
            </a:lvl7pPr>
            <a:lvl8pPr algn="l">
              <a:defRPr sz="1575" b="0">
                <a:solidFill>
                  <a:srgbClr val="F2F7FA"/>
                </a:solidFill>
                <a:latin typeface="Arial"/>
                <a:ea typeface="Arial"/>
                <a:cs typeface="Arial"/>
              </a:defRPr>
            </a:lvl8pPr>
            <a:lvl9pPr algn="l">
              <a:defRPr sz="1575" b="0">
                <a:solidFill>
                  <a:srgbClr val="F2F7FA"/>
                </a:solidFill>
                <a:latin typeface="Arial"/>
                <a:ea typeface="Arial"/>
                <a:cs typeface="Arial"/>
              </a:defRPr>
            </a:lvl9pPr>
          </a:lstStyle>
          <a:p xmlns:a="http://schemas.openxmlformats.org/drawingml/2006/main">
            <a:pPr algn="l">
              <a:defRPr sz="1575" b="0">
                <a:solidFill>
                  <a:srgbClr val="F2F7FA"/>
                </a:solidFill>
                <a:latin typeface="Arial"/>
                <a:ea typeface="Arial"/>
                <a:cs typeface="Arial"/>
              </a:defRPr>
            </a:pPr>
            <a:r>
              <a:rPr sz="1575" b="0">
                <a:solidFill>
                  <a:srgbClr val="F2F7FA"/>
                </a:solidFill>
                <a:latin typeface="Arial"/>
                <a:ea typeface="Arial"/>
                <a:cs typeface="Arial"/>
              </a:rPr>
              <a:t>Unmatched trigger → FP</a:t>
            </a:r>
          </a:p>
        </p:txBody>
      </p:sp>
      <p:sp>
        <p:nvSpPr>
          <p:cNvPr id="13" name="">
            <a:extLst xmlns:a="http://schemas.openxmlformats.org/drawingml/2006/main">
              <a:ext uri="{FF2B5EF4-FFF2-40B4-BE49-F238E27FC236}">
                <a16:creationId xmlns:a16="http://schemas.microsoft.com/office/drawing/2014/main" id="{557D9B16-B094-493E-BD90-1DC9035D988B}"/>
              </a:ext>
            </a:extLst>
          </p:cNvPr>
          <p:cNvSpPr>
            <a:spLocks xmlns:a="http://schemas.openxmlformats.org/drawingml/2006/main" noGrp="1"/>
          </p:cNvSpPr>
          <p:nvPr/>
        </p:nvSpPr>
        <p:spPr>
          <a:xfrm xmlns:a="http://schemas.openxmlformats.org/drawingml/2006/main">
            <a:off x="914400" y="4048125"/>
            <a:ext cx="85725" cy="85725"/>
          </a:xfrm>
          <a:prstGeom xmlns:a="http://schemas.openxmlformats.org/drawingml/2006/main" prst="ellipse">
            <a:avLst/>
          </a:prstGeom>
          <a:solidFill xmlns:a="http://schemas.openxmlformats.org/drawingml/2006/main">
            <a:srgbClr val="36D9D0"/>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30CEFAE4-BAFE-46CD-B031-B43635E254B2}"/>
              </a:ext>
            </a:extLst>
          </p:cNvPr>
          <p:cNvSpPr>
            <a:spLocks xmlns:a="http://schemas.openxmlformats.org/drawingml/2006/main" noGrp="1"/>
          </p:cNvSpPr>
          <p:nvPr/>
        </p:nvSpPr>
        <p:spPr>
          <a:xfrm xmlns:a="http://schemas.openxmlformats.org/drawingml/2006/main">
            <a:off x="1123950" y="3962400"/>
            <a:ext cx="40576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a:solidFill>
                  <a:srgbClr val="F2F7FA"/>
                </a:solidFill>
                <a:latin typeface="Arial"/>
                <a:ea typeface="Arial"/>
                <a:cs typeface="Arial"/>
              </a:defRPr>
            </a:defPPr>
            <a:lvl1pPr algn="l">
              <a:defRPr sz="1575" b="0">
                <a:solidFill>
                  <a:srgbClr val="F2F7FA"/>
                </a:solidFill>
                <a:latin typeface="Arial"/>
                <a:ea typeface="Arial"/>
                <a:cs typeface="Arial"/>
              </a:defRPr>
            </a:lvl1pPr>
            <a:lvl2pPr algn="l">
              <a:defRPr sz="1575" b="0">
                <a:solidFill>
                  <a:srgbClr val="F2F7FA"/>
                </a:solidFill>
                <a:latin typeface="Arial"/>
                <a:ea typeface="Arial"/>
                <a:cs typeface="Arial"/>
              </a:defRPr>
            </a:lvl2pPr>
            <a:lvl3pPr algn="l">
              <a:defRPr sz="1575" b="0">
                <a:solidFill>
                  <a:srgbClr val="F2F7FA"/>
                </a:solidFill>
                <a:latin typeface="Arial"/>
                <a:ea typeface="Arial"/>
                <a:cs typeface="Arial"/>
              </a:defRPr>
            </a:lvl3pPr>
            <a:lvl4pPr algn="l">
              <a:defRPr sz="1575" b="0">
                <a:solidFill>
                  <a:srgbClr val="F2F7FA"/>
                </a:solidFill>
                <a:latin typeface="Arial"/>
                <a:ea typeface="Arial"/>
                <a:cs typeface="Arial"/>
              </a:defRPr>
            </a:lvl4pPr>
            <a:lvl5pPr algn="l">
              <a:defRPr sz="1575" b="0">
                <a:solidFill>
                  <a:srgbClr val="F2F7FA"/>
                </a:solidFill>
                <a:latin typeface="Arial"/>
                <a:ea typeface="Arial"/>
                <a:cs typeface="Arial"/>
              </a:defRPr>
            </a:lvl5pPr>
            <a:lvl6pPr algn="l">
              <a:defRPr sz="1575" b="0">
                <a:solidFill>
                  <a:srgbClr val="F2F7FA"/>
                </a:solidFill>
                <a:latin typeface="Arial"/>
                <a:ea typeface="Arial"/>
                <a:cs typeface="Arial"/>
              </a:defRPr>
            </a:lvl6pPr>
            <a:lvl7pPr algn="l">
              <a:defRPr sz="1575" b="0">
                <a:solidFill>
                  <a:srgbClr val="F2F7FA"/>
                </a:solidFill>
                <a:latin typeface="Arial"/>
                <a:ea typeface="Arial"/>
                <a:cs typeface="Arial"/>
              </a:defRPr>
            </a:lvl7pPr>
            <a:lvl8pPr algn="l">
              <a:defRPr sz="1575" b="0">
                <a:solidFill>
                  <a:srgbClr val="F2F7FA"/>
                </a:solidFill>
                <a:latin typeface="Arial"/>
                <a:ea typeface="Arial"/>
                <a:cs typeface="Arial"/>
              </a:defRPr>
            </a:lvl8pPr>
            <a:lvl9pPr algn="l">
              <a:defRPr sz="1575" b="0">
                <a:solidFill>
                  <a:srgbClr val="F2F7FA"/>
                </a:solidFill>
                <a:latin typeface="Arial"/>
                <a:ea typeface="Arial"/>
                <a:cs typeface="Arial"/>
              </a:defRPr>
            </a:lvl9pPr>
          </a:lstStyle>
          <a:p xmlns:a="http://schemas.openxmlformats.org/drawingml/2006/main">
            <a:pPr algn="l">
              <a:defRPr sz="1575" b="0">
                <a:solidFill>
                  <a:srgbClr val="F2F7FA"/>
                </a:solidFill>
                <a:latin typeface="Arial"/>
                <a:ea typeface="Arial"/>
                <a:cs typeface="Arial"/>
              </a:defRPr>
            </a:pPr>
            <a:r>
              <a:rPr sz="1575" b="0">
                <a:solidFill>
                  <a:srgbClr val="F2F7FA"/>
                </a:solidFill>
                <a:latin typeface="Arial"/>
                <a:ea typeface="Arial"/>
                <a:cs typeface="Arial"/>
              </a:rPr>
              <a:t>Unhit window → FN</a:t>
            </a:r>
          </a:p>
        </p:txBody>
      </p:sp>
      <p:sp>
        <p:nvSpPr>
          <p:cNvPr id="15" name="">
            <a:extLst xmlns:a="http://schemas.openxmlformats.org/drawingml/2006/main">
              <a:ext uri="{FF2B5EF4-FFF2-40B4-BE49-F238E27FC236}">
                <a16:creationId xmlns:a16="http://schemas.microsoft.com/office/drawing/2014/main" id="{A74B706D-C56B-4ADA-A934-77D0FDB87710}"/>
              </a:ext>
            </a:extLst>
          </p:cNvPr>
          <p:cNvSpPr>
            <a:spLocks xmlns:a="http://schemas.openxmlformats.org/drawingml/2006/main" noGrp="1"/>
          </p:cNvSpPr>
          <p:nvPr/>
        </p:nvSpPr>
        <p:spPr>
          <a:xfrm xmlns:a="http://schemas.openxmlformats.org/drawingml/2006/main">
            <a:off x="914400" y="4505325"/>
            <a:ext cx="85725" cy="85725"/>
          </a:xfrm>
          <a:prstGeom xmlns:a="http://schemas.openxmlformats.org/drawingml/2006/main" prst="ellipse">
            <a:avLst/>
          </a:prstGeom>
          <a:solidFill xmlns:a="http://schemas.openxmlformats.org/drawingml/2006/main">
            <a:srgbClr val="36D9D0"/>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1B55A605-B291-4774-9DE0-52E8907AFB30}"/>
              </a:ext>
            </a:extLst>
          </p:cNvPr>
          <p:cNvSpPr>
            <a:spLocks xmlns:a="http://schemas.openxmlformats.org/drawingml/2006/main" noGrp="1"/>
          </p:cNvSpPr>
          <p:nvPr/>
        </p:nvSpPr>
        <p:spPr>
          <a:xfrm xmlns:a="http://schemas.openxmlformats.org/drawingml/2006/main">
            <a:off x="1123950" y="4419600"/>
            <a:ext cx="40576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a:solidFill>
                  <a:srgbClr val="F2F7FA"/>
                </a:solidFill>
                <a:latin typeface="Arial"/>
                <a:ea typeface="Arial"/>
                <a:cs typeface="Arial"/>
              </a:defRPr>
            </a:defPPr>
            <a:lvl1pPr algn="l">
              <a:defRPr sz="1575" b="0">
                <a:solidFill>
                  <a:srgbClr val="F2F7FA"/>
                </a:solidFill>
                <a:latin typeface="Arial"/>
                <a:ea typeface="Arial"/>
                <a:cs typeface="Arial"/>
              </a:defRPr>
            </a:lvl1pPr>
            <a:lvl2pPr algn="l">
              <a:defRPr sz="1575" b="0">
                <a:solidFill>
                  <a:srgbClr val="F2F7FA"/>
                </a:solidFill>
                <a:latin typeface="Arial"/>
                <a:ea typeface="Arial"/>
                <a:cs typeface="Arial"/>
              </a:defRPr>
            </a:lvl2pPr>
            <a:lvl3pPr algn="l">
              <a:defRPr sz="1575" b="0">
                <a:solidFill>
                  <a:srgbClr val="F2F7FA"/>
                </a:solidFill>
                <a:latin typeface="Arial"/>
                <a:ea typeface="Arial"/>
                <a:cs typeface="Arial"/>
              </a:defRPr>
            </a:lvl3pPr>
            <a:lvl4pPr algn="l">
              <a:defRPr sz="1575" b="0">
                <a:solidFill>
                  <a:srgbClr val="F2F7FA"/>
                </a:solidFill>
                <a:latin typeface="Arial"/>
                <a:ea typeface="Arial"/>
                <a:cs typeface="Arial"/>
              </a:defRPr>
            </a:lvl4pPr>
            <a:lvl5pPr algn="l">
              <a:defRPr sz="1575" b="0">
                <a:solidFill>
                  <a:srgbClr val="F2F7FA"/>
                </a:solidFill>
                <a:latin typeface="Arial"/>
                <a:ea typeface="Arial"/>
                <a:cs typeface="Arial"/>
              </a:defRPr>
            </a:lvl5pPr>
            <a:lvl6pPr algn="l">
              <a:defRPr sz="1575" b="0">
                <a:solidFill>
                  <a:srgbClr val="F2F7FA"/>
                </a:solidFill>
                <a:latin typeface="Arial"/>
                <a:ea typeface="Arial"/>
                <a:cs typeface="Arial"/>
              </a:defRPr>
            </a:lvl6pPr>
            <a:lvl7pPr algn="l">
              <a:defRPr sz="1575" b="0">
                <a:solidFill>
                  <a:srgbClr val="F2F7FA"/>
                </a:solidFill>
                <a:latin typeface="Arial"/>
                <a:ea typeface="Arial"/>
                <a:cs typeface="Arial"/>
              </a:defRPr>
            </a:lvl7pPr>
            <a:lvl8pPr algn="l">
              <a:defRPr sz="1575" b="0">
                <a:solidFill>
                  <a:srgbClr val="F2F7FA"/>
                </a:solidFill>
                <a:latin typeface="Arial"/>
                <a:ea typeface="Arial"/>
                <a:cs typeface="Arial"/>
              </a:defRPr>
            </a:lvl8pPr>
            <a:lvl9pPr algn="l">
              <a:defRPr sz="1575" b="0">
                <a:solidFill>
                  <a:srgbClr val="F2F7FA"/>
                </a:solidFill>
                <a:latin typeface="Arial"/>
                <a:ea typeface="Arial"/>
                <a:cs typeface="Arial"/>
              </a:defRPr>
            </a:lvl9pPr>
          </a:lstStyle>
          <a:p xmlns:a="http://schemas.openxmlformats.org/drawingml/2006/main">
            <a:pPr algn="l">
              <a:defRPr sz="1575" b="0">
                <a:solidFill>
                  <a:srgbClr val="F2F7FA"/>
                </a:solidFill>
                <a:latin typeface="Arial"/>
                <a:ea typeface="Arial"/>
                <a:cs typeface="Arial"/>
              </a:defRPr>
            </a:pPr>
            <a:r>
              <a:rPr sz="1575" b="0">
                <a:solidFill>
                  <a:srgbClr val="F2F7FA"/>
                </a:solidFill>
                <a:latin typeface="Arial"/>
                <a:ea typeface="Arial"/>
                <a:cs typeface="Arial"/>
              </a:rPr>
              <a:t>Delay = onset to first trigger</a:t>
            </a:r>
          </a:p>
        </p:txBody>
      </p:sp>
      <p:sp>
        <p:nvSpPr>
          <p:cNvPr id="17" name="">
            <a:extLst xmlns:a="http://schemas.openxmlformats.org/drawingml/2006/main">
              <a:ext uri="{FF2B5EF4-FFF2-40B4-BE49-F238E27FC236}">
                <a16:creationId xmlns:a16="http://schemas.microsoft.com/office/drawing/2014/main" id="{98AB6B5E-3466-42A2-A6B0-F241016B31F9}"/>
              </a:ext>
            </a:extLst>
          </p:cNvPr>
          <p:cNvSpPr>
            <a:spLocks xmlns:a="http://schemas.openxmlformats.org/drawingml/2006/main" noGrp="1"/>
          </p:cNvSpPr>
          <p:nvPr/>
        </p:nvSpPr>
        <p:spPr>
          <a:xfrm xmlns:a="http://schemas.openxmlformats.org/drawingml/2006/main">
            <a:off x="5905500" y="1562100"/>
            <a:ext cx="5638800" cy="3867150"/>
          </a:xfrm>
          <a:prstGeom xmlns:a="http://schemas.openxmlformats.org/drawingml/2006/main" prst="roundRect">
            <a:avLst>
              <a:gd name="adj" fmla="val 1970"/>
            </a:avLst>
          </a:prstGeom>
          <a:solidFill xmlns:a="http://schemas.openxmlformats.org/drawingml/2006/main">
            <a:srgbClr val="102332"/>
          </a:solidFill>
          <a:ln xmlns:a="http://schemas.openxmlformats.org/drawingml/2006/main" w="9525">
            <a:solidFill>
              <a:srgbClr val="284455"/>
            </a:solidFill>
            <a:prstDash val="solid"/>
          </a:ln>
        </p:spPr>
      </p:sp>
      <p:sp>
        <p:nvSpPr>
          <p:cNvPr id="18" name="">
            <a:extLst xmlns:a="http://schemas.openxmlformats.org/drawingml/2006/main">
              <a:ext uri="{FF2B5EF4-FFF2-40B4-BE49-F238E27FC236}">
                <a16:creationId xmlns:a16="http://schemas.microsoft.com/office/drawing/2014/main" id="{D2532BFC-075B-4A40-86C1-FB6226A70C50}"/>
              </a:ext>
            </a:extLst>
          </p:cNvPr>
          <p:cNvSpPr>
            <a:spLocks xmlns:a="http://schemas.openxmlformats.org/drawingml/2006/main" noGrp="1"/>
          </p:cNvSpPr>
          <p:nvPr/>
        </p:nvSpPr>
        <p:spPr>
          <a:xfrm xmlns:a="http://schemas.openxmlformats.org/drawingml/2006/main">
            <a:off x="5905500" y="1562100"/>
            <a:ext cx="38100" cy="3867150"/>
          </a:xfrm>
          <a:prstGeom xmlns:a="http://schemas.openxmlformats.org/drawingml/2006/main" prst="rect">
            <a:avLst/>
          </a:prstGeom>
          <a:solidFill xmlns:a="http://schemas.openxmlformats.org/drawingml/2006/main">
            <a:srgbClr val="FF697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B6C84660-2B8F-40E0-941B-12275283B86C}"/>
              </a:ext>
            </a:extLst>
          </p:cNvPr>
          <p:cNvSpPr>
            <a:spLocks xmlns:a="http://schemas.openxmlformats.org/drawingml/2006/main" noGrp="1"/>
          </p:cNvSpPr>
          <p:nvPr/>
        </p:nvSpPr>
        <p:spPr>
          <a:xfrm xmlns:a="http://schemas.openxmlformats.org/drawingml/2006/main">
            <a:off x="6172200" y="18097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1">
                <a:solidFill>
                  <a:srgbClr val="FF6978"/>
                </a:solidFill>
                <a:latin typeface="Arial"/>
                <a:ea typeface="Arial"/>
                <a:cs typeface="Arial"/>
              </a:defRPr>
            </a:defPPr>
            <a:lvl1pPr algn="l">
              <a:defRPr sz="1275" b="1">
                <a:solidFill>
                  <a:srgbClr val="FF6978"/>
                </a:solidFill>
                <a:latin typeface="Arial"/>
                <a:ea typeface="Arial"/>
                <a:cs typeface="Arial"/>
              </a:defRPr>
            </a:lvl1pPr>
            <a:lvl2pPr algn="l">
              <a:defRPr sz="1275" b="1">
                <a:solidFill>
                  <a:srgbClr val="FF6978"/>
                </a:solidFill>
                <a:latin typeface="Arial"/>
                <a:ea typeface="Arial"/>
                <a:cs typeface="Arial"/>
              </a:defRPr>
            </a:lvl2pPr>
            <a:lvl3pPr algn="l">
              <a:defRPr sz="1275" b="1">
                <a:solidFill>
                  <a:srgbClr val="FF6978"/>
                </a:solidFill>
                <a:latin typeface="Arial"/>
                <a:ea typeface="Arial"/>
                <a:cs typeface="Arial"/>
              </a:defRPr>
            </a:lvl3pPr>
            <a:lvl4pPr algn="l">
              <a:defRPr sz="1275" b="1">
                <a:solidFill>
                  <a:srgbClr val="FF6978"/>
                </a:solidFill>
                <a:latin typeface="Arial"/>
                <a:ea typeface="Arial"/>
                <a:cs typeface="Arial"/>
              </a:defRPr>
            </a:lvl4pPr>
            <a:lvl5pPr algn="l">
              <a:defRPr sz="1275" b="1">
                <a:solidFill>
                  <a:srgbClr val="FF6978"/>
                </a:solidFill>
                <a:latin typeface="Arial"/>
                <a:ea typeface="Arial"/>
                <a:cs typeface="Arial"/>
              </a:defRPr>
            </a:lvl5pPr>
            <a:lvl6pPr algn="l">
              <a:defRPr sz="1275" b="1">
                <a:solidFill>
                  <a:srgbClr val="FF6978"/>
                </a:solidFill>
                <a:latin typeface="Arial"/>
                <a:ea typeface="Arial"/>
                <a:cs typeface="Arial"/>
              </a:defRPr>
            </a:lvl6pPr>
            <a:lvl7pPr algn="l">
              <a:defRPr sz="1275" b="1">
                <a:solidFill>
                  <a:srgbClr val="FF6978"/>
                </a:solidFill>
                <a:latin typeface="Arial"/>
                <a:ea typeface="Arial"/>
                <a:cs typeface="Arial"/>
              </a:defRPr>
            </a:lvl7pPr>
            <a:lvl8pPr algn="l">
              <a:defRPr sz="1275" b="1">
                <a:solidFill>
                  <a:srgbClr val="FF6978"/>
                </a:solidFill>
                <a:latin typeface="Arial"/>
                <a:ea typeface="Arial"/>
                <a:cs typeface="Arial"/>
              </a:defRPr>
            </a:lvl8pPr>
            <a:lvl9pPr algn="l">
              <a:defRPr sz="1275" b="1">
                <a:solidFill>
                  <a:srgbClr val="FF6978"/>
                </a:solidFill>
                <a:latin typeface="Arial"/>
                <a:ea typeface="Arial"/>
                <a:cs typeface="Arial"/>
              </a:defRPr>
            </a:lvl9pPr>
          </a:lstStyle>
          <a:p xmlns:a="http://schemas.openxmlformats.org/drawingml/2006/main">
            <a:pPr algn="l">
              <a:defRPr sz="1275" b="1">
                <a:solidFill>
                  <a:srgbClr val="FF6978"/>
                </a:solidFill>
                <a:latin typeface="Arial"/>
                <a:ea typeface="Arial"/>
                <a:cs typeface="Arial"/>
              </a:defRPr>
            </a:pPr>
            <a:r>
              <a:rPr sz="1275" b="1">
                <a:solidFill>
                  <a:srgbClr val="FF6978"/>
                </a:solidFill>
                <a:latin typeface="Arial"/>
                <a:ea typeface="Arial"/>
                <a:cs typeface="Arial"/>
              </a:rPr>
              <a:t>OFFICIAL SCORER NOT AVAILABLE</a:t>
            </a:r>
          </a:p>
        </p:txBody>
      </p:sp>
      <p:sp>
        <p:nvSpPr>
          <p:cNvPr id="20" name="">
            <a:extLst xmlns:a="http://schemas.openxmlformats.org/drawingml/2006/main">
              <a:ext uri="{FF2B5EF4-FFF2-40B4-BE49-F238E27FC236}">
                <a16:creationId xmlns:a16="http://schemas.microsoft.com/office/drawing/2014/main" id="{12BCABB8-F34E-4E44-9B27-401128D0A88A}"/>
              </a:ext>
            </a:extLst>
          </p:cNvPr>
          <p:cNvSpPr>
            <a:spLocks xmlns:a="http://schemas.openxmlformats.org/drawingml/2006/main" noGrp="1"/>
          </p:cNvSpPr>
          <p:nvPr/>
        </p:nvSpPr>
        <p:spPr>
          <a:xfrm xmlns:a="http://schemas.openxmlformats.org/drawingml/2006/main">
            <a:off x="6172200" y="2257425"/>
            <a:ext cx="4667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175" b="1">
                <a:solidFill>
                  <a:srgbClr val="F2F7FA"/>
                </a:solidFill>
                <a:latin typeface="Arial"/>
                <a:ea typeface="Arial"/>
                <a:cs typeface="Arial"/>
              </a:defRPr>
            </a:defPPr>
            <a:lvl1pPr algn="l">
              <a:defRPr sz="2175" b="1">
                <a:solidFill>
                  <a:srgbClr val="F2F7FA"/>
                </a:solidFill>
                <a:latin typeface="Arial"/>
                <a:ea typeface="Arial"/>
                <a:cs typeface="Arial"/>
              </a:defRPr>
            </a:lvl1pPr>
            <a:lvl2pPr algn="l">
              <a:defRPr sz="2175" b="1">
                <a:solidFill>
                  <a:srgbClr val="F2F7FA"/>
                </a:solidFill>
                <a:latin typeface="Arial"/>
                <a:ea typeface="Arial"/>
                <a:cs typeface="Arial"/>
              </a:defRPr>
            </a:lvl2pPr>
            <a:lvl3pPr algn="l">
              <a:defRPr sz="2175" b="1">
                <a:solidFill>
                  <a:srgbClr val="F2F7FA"/>
                </a:solidFill>
                <a:latin typeface="Arial"/>
                <a:ea typeface="Arial"/>
                <a:cs typeface="Arial"/>
              </a:defRPr>
            </a:lvl3pPr>
            <a:lvl4pPr algn="l">
              <a:defRPr sz="2175" b="1">
                <a:solidFill>
                  <a:srgbClr val="F2F7FA"/>
                </a:solidFill>
                <a:latin typeface="Arial"/>
                <a:ea typeface="Arial"/>
                <a:cs typeface="Arial"/>
              </a:defRPr>
            </a:lvl4pPr>
            <a:lvl5pPr algn="l">
              <a:defRPr sz="2175" b="1">
                <a:solidFill>
                  <a:srgbClr val="F2F7FA"/>
                </a:solidFill>
                <a:latin typeface="Arial"/>
                <a:ea typeface="Arial"/>
                <a:cs typeface="Arial"/>
              </a:defRPr>
            </a:lvl5pPr>
            <a:lvl6pPr algn="l">
              <a:defRPr sz="2175" b="1">
                <a:solidFill>
                  <a:srgbClr val="F2F7FA"/>
                </a:solidFill>
                <a:latin typeface="Arial"/>
                <a:ea typeface="Arial"/>
                <a:cs typeface="Arial"/>
              </a:defRPr>
            </a:lvl6pPr>
            <a:lvl7pPr algn="l">
              <a:defRPr sz="2175" b="1">
                <a:solidFill>
                  <a:srgbClr val="F2F7FA"/>
                </a:solidFill>
                <a:latin typeface="Arial"/>
                <a:ea typeface="Arial"/>
                <a:cs typeface="Arial"/>
              </a:defRPr>
            </a:lvl7pPr>
            <a:lvl8pPr algn="l">
              <a:defRPr sz="2175" b="1">
                <a:solidFill>
                  <a:srgbClr val="F2F7FA"/>
                </a:solidFill>
                <a:latin typeface="Arial"/>
                <a:ea typeface="Arial"/>
                <a:cs typeface="Arial"/>
              </a:defRPr>
            </a:lvl8pPr>
            <a:lvl9pPr algn="l">
              <a:defRPr sz="2175" b="1">
                <a:solidFill>
                  <a:srgbClr val="F2F7FA"/>
                </a:solidFill>
                <a:latin typeface="Arial"/>
                <a:ea typeface="Arial"/>
                <a:cs typeface="Arial"/>
              </a:defRPr>
            </a:lvl9pPr>
          </a:lstStyle>
          <a:p xmlns:a="http://schemas.openxmlformats.org/drawingml/2006/main">
            <a:pPr algn="l">
              <a:defRPr sz="2175" b="1">
                <a:solidFill>
                  <a:srgbClr val="F2F7FA"/>
                </a:solidFill>
                <a:latin typeface="Arial"/>
                <a:ea typeface="Arial"/>
                <a:cs typeface="Arial"/>
              </a:defRPr>
            </a:pPr>
            <a:r>
              <a:rPr sz="2175" b="1">
                <a:solidFill>
                  <a:srgbClr val="F2F7FA"/>
                </a:solidFill>
                <a:latin typeface="Arial"/>
                <a:ea typeface="Arial"/>
                <a:cs typeface="Arial"/>
              </a:rPr>
              <a:t>Before official claims</a:t>
            </a:r>
          </a:p>
        </p:txBody>
      </p:sp>
      <p:sp>
        <p:nvSpPr>
          <p:cNvPr id="21" name="">
            <a:extLst xmlns:a="http://schemas.openxmlformats.org/drawingml/2006/main">
              <a:ext uri="{FF2B5EF4-FFF2-40B4-BE49-F238E27FC236}">
                <a16:creationId xmlns:a16="http://schemas.microsoft.com/office/drawing/2014/main" id="{1FD81B92-5F16-4E4D-BE88-4BDDFEB395EF}"/>
              </a:ext>
            </a:extLst>
          </p:cNvPr>
          <p:cNvSpPr>
            <a:spLocks xmlns:a="http://schemas.openxmlformats.org/drawingml/2006/main" noGrp="1"/>
          </p:cNvSpPr>
          <p:nvPr/>
        </p:nvSpPr>
        <p:spPr>
          <a:xfrm xmlns:a="http://schemas.openxmlformats.org/drawingml/2006/main">
            <a:off x="6191250" y="3009900"/>
            <a:ext cx="85725" cy="85725"/>
          </a:xfrm>
          <a:prstGeom xmlns:a="http://schemas.openxmlformats.org/drawingml/2006/main" prst="ellipse">
            <a:avLst/>
          </a:prstGeom>
          <a:solidFill xmlns:a="http://schemas.openxmlformats.org/drawingml/2006/main">
            <a:srgbClr val="36D9D0"/>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FFB910A3-DE55-4E3F-ABBE-E93F8F409778}"/>
              </a:ext>
            </a:extLst>
          </p:cNvPr>
          <p:cNvSpPr>
            <a:spLocks xmlns:a="http://schemas.openxmlformats.org/drawingml/2006/main" noGrp="1"/>
          </p:cNvSpPr>
          <p:nvPr/>
        </p:nvSpPr>
        <p:spPr>
          <a:xfrm xmlns:a="http://schemas.openxmlformats.org/drawingml/2006/main">
            <a:off x="6400800" y="2924175"/>
            <a:ext cx="46482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0">
                <a:solidFill>
                  <a:srgbClr val="B2C4CF"/>
                </a:solidFill>
                <a:latin typeface="Arial"/>
                <a:ea typeface="Arial"/>
                <a:cs typeface="Arial"/>
              </a:defRPr>
            </a:defPPr>
            <a:lvl1pPr algn="l">
              <a:defRPr sz="1500" b="0">
                <a:solidFill>
                  <a:srgbClr val="B2C4CF"/>
                </a:solidFill>
                <a:latin typeface="Arial"/>
                <a:ea typeface="Arial"/>
                <a:cs typeface="Arial"/>
              </a:defRPr>
            </a:lvl1pPr>
            <a:lvl2pPr algn="l">
              <a:defRPr sz="1500" b="0">
                <a:solidFill>
                  <a:srgbClr val="B2C4CF"/>
                </a:solidFill>
                <a:latin typeface="Arial"/>
                <a:ea typeface="Arial"/>
                <a:cs typeface="Arial"/>
              </a:defRPr>
            </a:lvl2pPr>
            <a:lvl3pPr algn="l">
              <a:defRPr sz="1500" b="0">
                <a:solidFill>
                  <a:srgbClr val="B2C4CF"/>
                </a:solidFill>
                <a:latin typeface="Arial"/>
                <a:ea typeface="Arial"/>
                <a:cs typeface="Arial"/>
              </a:defRPr>
            </a:lvl3pPr>
            <a:lvl4pPr algn="l">
              <a:defRPr sz="1500" b="0">
                <a:solidFill>
                  <a:srgbClr val="B2C4CF"/>
                </a:solidFill>
                <a:latin typeface="Arial"/>
                <a:ea typeface="Arial"/>
                <a:cs typeface="Arial"/>
              </a:defRPr>
            </a:lvl4pPr>
            <a:lvl5pPr algn="l">
              <a:defRPr sz="1500" b="0">
                <a:solidFill>
                  <a:srgbClr val="B2C4CF"/>
                </a:solidFill>
                <a:latin typeface="Arial"/>
                <a:ea typeface="Arial"/>
                <a:cs typeface="Arial"/>
              </a:defRPr>
            </a:lvl5pPr>
            <a:lvl6pPr algn="l">
              <a:defRPr sz="1500" b="0">
                <a:solidFill>
                  <a:srgbClr val="B2C4CF"/>
                </a:solidFill>
                <a:latin typeface="Arial"/>
                <a:ea typeface="Arial"/>
                <a:cs typeface="Arial"/>
              </a:defRPr>
            </a:lvl6pPr>
            <a:lvl7pPr algn="l">
              <a:defRPr sz="1500" b="0">
                <a:solidFill>
                  <a:srgbClr val="B2C4CF"/>
                </a:solidFill>
                <a:latin typeface="Arial"/>
                <a:ea typeface="Arial"/>
                <a:cs typeface="Arial"/>
              </a:defRPr>
            </a:lvl7pPr>
            <a:lvl8pPr algn="l">
              <a:defRPr sz="1500" b="0">
                <a:solidFill>
                  <a:srgbClr val="B2C4CF"/>
                </a:solidFill>
                <a:latin typeface="Arial"/>
                <a:ea typeface="Arial"/>
                <a:cs typeface="Arial"/>
              </a:defRPr>
            </a:lvl8pPr>
            <a:lvl9pPr algn="l">
              <a:defRPr sz="1500" b="0">
                <a:solidFill>
                  <a:srgbClr val="B2C4CF"/>
                </a:solidFill>
                <a:latin typeface="Arial"/>
                <a:ea typeface="Arial"/>
                <a:cs typeface="Arial"/>
              </a:defRPr>
            </a:lvl9pPr>
          </a:lstStyle>
          <a:p xmlns:a="http://schemas.openxmlformats.org/drawingml/2006/main">
            <a:pPr algn="l">
              <a:defRPr sz="1500" b="0">
                <a:solidFill>
                  <a:srgbClr val="B2C4CF"/>
                </a:solidFill>
                <a:latin typeface="Arial"/>
                <a:ea typeface="Arial"/>
                <a:cs typeface="Arial"/>
              </a:defRPr>
            </a:pPr>
            <a:r>
              <a:rPr sz="1500" b="0">
                <a:solidFill>
                  <a:srgbClr val="B2C4CF"/>
                </a:solidFill>
                <a:latin typeface="Arial"/>
                <a:ea typeface="Arial"/>
                <a:cs typeface="Arial"/>
              </a:rPr>
              <a:t>Obtain organizer scoring code and golden examples</a:t>
            </a:r>
          </a:p>
        </p:txBody>
      </p:sp>
      <p:sp>
        <p:nvSpPr>
          <p:cNvPr id="23" name="">
            <a:extLst xmlns:a="http://schemas.openxmlformats.org/drawingml/2006/main">
              <a:ext uri="{FF2B5EF4-FFF2-40B4-BE49-F238E27FC236}">
                <a16:creationId xmlns:a16="http://schemas.microsoft.com/office/drawing/2014/main" id="{013A9146-9CEF-4CD3-8D1E-8FB8F0AD7BE5}"/>
              </a:ext>
            </a:extLst>
          </p:cNvPr>
          <p:cNvSpPr>
            <a:spLocks xmlns:a="http://schemas.openxmlformats.org/drawingml/2006/main" noGrp="1"/>
          </p:cNvSpPr>
          <p:nvPr/>
        </p:nvSpPr>
        <p:spPr>
          <a:xfrm xmlns:a="http://schemas.openxmlformats.org/drawingml/2006/main">
            <a:off x="6191250" y="3476625"/>
            <a:ext cx="85725" cy="85725"/>
          </a:xfrm>
          <a:prstGeom xmlns:a="http://schemas.openxmlformats.org/drawingml/2006/main" prst="ellipse">
            <a:avLst/>
          </a:prstGeom>
          <a:solidFill xmlns:a="http://schemas.openxmlformats.org/drawingml/2006/main">
            <a:srgbClr val="36D9D0"/>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4E9528E6-D9A7-4C53-8185-3054C47F8397}"/>
              </a:ext>
            </a:extLst>
          </p:cNvPr>
          <p:cNvSpPr>
            <a:spLocks xmlns:a="http://schemas.openxmlformats.org/drawingml/2006/main" noGrp="1"/>
          </p:cNvSpPr>
          <p:nvPr/>
        </p:nvSpPr>
        <p:spPr>
          <a:xfrm xmlns:a="http://schemas.openxmlformats.org/drawingml/2006/main">
            <a:off x="6400800" y="3390900"/>
            <a:ext cx="46482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0">
                <a:solidFill>
                  <a:srgbClr val="B2C4CF"/>
                </a:solidFill>
                <a:latin typeface="Arial"/>
                <a:ea typeface="Arial"/>
                <a:cs typeface="Arial"/>
              </a:defRPr>
            </a:defPPr>
            <a:lvl1pPr algn="l">
              <a:defRPr sz="1500" b="0">
                <a:solidFill>
                  <a:srgbClr val="B2C4CF"/>
                </a:solidFill>
                <a:latin typeface="Arial"/>
                <a:ea typeface="Arial"/>
                <a:cs typeface="Arial"/>
              </a:defRPr>
            </a:lvl1pPr>
            <a:lvl2pPr algn="l">
              <a:defRPr sz="1500" b="0">
                <a:solidFill>
                  <a:srgbClr val="B2C4CF"/>
                </a:solidFill>
                <a:latin typeface="Arial"/>
                <a:ea typeface="Arial"/>
                <a:cs typeface="Arial"/>
              </a:defRPr>
            </a:lvl2pPr>
            <a:lvl3pPr algn="l">
              <a:defRPr sz="1500" b="0">
                <a:solidFill>
                  <a:srgbClr val="B2C4CF"/>
                </a:solidFill>
                <a:latin typeface="Arial"/>
                <a:ea typeface="Arial"/>
                <a:cs typeface="Arial"/>
              </a:defRPr>
            </a:lvl3pPr>
            <a:lvl4pPr algn="l">
              <a:defRPr sz="1500" b="0">
                <a:solidFill>
                  <a:srgbClr val="B2C4CF"/>
                </a:solidFill>
                <a:latin typeface="Arial"/>
                <a:ea typeface="Arial"/>
                <a:cs typeface="Arial"/>
              </a:defRPr>
            </a:lvl4pPr>
            <a:lvl5pPr algn="l">
              <a:defRPr sz="1500" b="0">
                <a:solidFill>
                  <a:srgbClr val="B2C4CF"/>
                </a:solidFill>
                <a:latin typeface="Arial"/>
                <a:ea typeface="Arial"/>
                <a:cs typeface="Arial"/>
              </a:defRPr>
            </a:lvl5pPr>
            <a:lvl6pPr algn="l">
              <a:defRPr sz="1500" b="0">
                <a:solidFill>
                  <a:srgbClr val="B2C4CF"/>
                </a:solidFill>
                <a:latin typeface="Arial"/>
                <a:ea typeface="Arial"/>
                <a:cs typeface="Arial"/>
              </a:defRPr>
            </a:lvl6pPr>
            <a:lvl7pPr algn="l">
              <a:defRPr sz="1500" b="0">
                <a:solidFill>
                  <a:srgbClr val="B2C4CF"/>
                </a:solidFill>
                <a:latin typeface="Arial"/>
                <a:ea typeface="Arial"/>
                <a:cs typeface="Arial"/>
              </a:defRPr>
            </a:lvl7pPr>
            <a:lvl8pPr algn="l">
              <a:defRPr sz="1500" b="0">
                <a:solidFill>
                  <a:srgbClr val="B2C4CF"/>
                </a:solidFill>
                <a:latin typeface="Arial"/>
                <a:ea typeface="Arial"/>
                <a:cs typeface="Arial"/>
              </a:defRPr>
            </a:lvl8pPr>
            <a:lvl9pPr algn="l">
              <a:defRPr sz="1500" b="0">
                <a:solidFill>
                  <a:srgbClr val="B2C4CF"/>
                </a:solidFill>
                <a:latin typeface="Arial"/>
                <a:ea typeface="Arial"/>
                <a:cs typeface="Arial"/>
              </a:defRPr>
            </a:lvl9pPr>
          </a:lstStyle>
          <a:p xmlns:a="http://schemas.openxmlformats.org/drawingml/2006/main">
            <a:pPr algn="l">
              <a:defRPr sz="1500" b="0">
                <a:solidFill>
                  <a:srgbClr val="B2C4CF"/>
                </a:solidFill>
                <a:latin typeface="Arial"/>
                <a:ea typeface="Arial"/>
                <a:cs typeface="Arial"/>
              </a:defRPr>
            </a:pPr>
            <a:r>
              <a:rPr sz="1500" b="0">
                <a:solidFill>
                  <a:srgbClr val="B2C4CF"/>
                </a:solidFill>
                <a:latin typeface="Arial"/>
                <a:ea typeface="Arial"/>
                <a:cs typeface="Arial"/>
              </a:rPr>
              <a:t>Confirm window matching and boundary rules</a:t>
            </a:r>
          </a:p>
        </p:txBody>
      </p:sp>
      <p:sp>
        <p:nvSpPr>
          <p:cNvPr id="25" name="">
            <a:extLst xmlns:a="http://schemas.openxmlformats.org/drawingml/2006/main">
              <a:ext uri="{FF2B5EF4-FFF2-40B4-BE49-F238E27FC236}">
                <a16:creationId xmlns:a16="http://schemas.microsoft.com/office/drawing/2014/main" id="{CD340D0A-D0BE-4919-8990-624AC41C867B}"/>
              </a:ext>
            </a:extLst>
          </p:cNvPr>
          <p:cNvSpPr>
            <a:spLocks xmlns:a="http://schemas.openxmlformats.org/drawingml/2006/main" noGrp="1"/>
          </p:cNvSpPr>
          <p:nvPr/>
        </p:nvSpPr>
        <p:spPr>
          <a:xfrm xmlns:a="http://schemas.openxmlformats.org/drawingml/2006/main">
            <a:off x="6191250" y="3943350"/>
            <a:ext cx="85725" cy="85725"/>
          </a:xfrm>
          <a:prstGeom xmlns:a="http://schemas.openxmlformats.org/drawingml/2006/main" prst="ellipse">
            <a:avLst/>
          </a:prstGeom>
          <a:solidFill xmlns:a="http://schemas.openxmlformats.org/drawingml/2006/main">
            <a:srgbClr val="36D9D0"/>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0599BA7D-59CC-43B2-A1CC-3DD1E119BE5E}"/>
              </a:ext>
            </a:extLst>
          </p:cNvPr>
          <p:cNvSpPr>
            <a:spLocks xmlns:a="http://schemas.openxmlformats.org/drawingml/2006/main" noGrp="1"/>
          </p:cNvSpPr>
          <p:nvPr/>
        </p:nvSpPr>
        <p:spPr>
          <a:xfrm xmlns:a="http://schemas.openxmlformats.org/drawingml/2006/main">
            <a:off x="6400800" y="3857625"/>
            <a:ext cx="46482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0">
                <a:solidFill>
                  <a:srgbClr val="B2C4CF"/>
                </a:solidFill>
                <a:latin typeface="Arial"/>
                <a:ea typeface="Arial"/>
                <a:cs typeface="Arial"/>
              </a:defRPr>
            </a:defPPr>
            <a:lvl1pPr algn="l">
              <a:defRPr sz="1500" b="0">
                <a:solidFill>
                  <a:srgbClr val="B2C4CF"/>
                </a:solidFill>
                <a:latin typeface="Arial"/>
                <a:ea typeface="Arial"/>
                <a:cs typeface="Arial"/>
              </a:defRPr>
            </a:lvl1pPr>
            <a:lvl2pPr algn="l">
              <a:defRPr sz="1500" b="0">
                <a:solidFill>
                  <a:srgbClr val="B2C4CF"/>
                </a:solidFill>
                <a:latin typeface="Arial"/>
                <a:ea typeface="Arial"/>
                <a:cs typeface="Arial"/>
              </a:defRPr>
            </a:lvl2pPr>
            <a:lvl3pPr algn="l">
              <a:defRPr sz="1500" b="0">
                <a:solidFill>
                  <a:srgbClr val="B2C4CF"/>
                </a:solidFill>
                <a:latin typeface="Arial"/>
                <a:ea typeface="Arial"/>
                <a:cs typeface="Arial"/>
              </a:defRPr>
            </a:lvl3pPr>
            <a:lvl4pPr algn="l">
              <a:defRPr sz="1500" b="0">
                <a:solidFill>
                  <a:srgbClr val="B2C4CF"/>
                </a:solidFill>
                <a:latin typeface="Arial"/>
                <a:ea typeface="Arial"/>
                <a:cs typeface="Arial"/>
              </a:defRPr>
            </a:lvl4pPr>
            <a:lvl5pPr algn="l">
              <a:defRPr sz="1500" b="0">
                <a:solidFill>
                  <a:srgbClr val="B2C4CF"/>
                </a:solidFill>
                <a:latin typeface="Arial"/>
                <a:ea typeface="Arial"/>
                <a:cs typeface="Arial"/>
              </a:defRPr>
            </a:lvl5pPr>
            <a:lvl6pPr algn="l">
              <a:defRPr sz="1500" b="0">
                <a:solidFill>
                  <a:srgbClr val="B2C4CF"/>
                </a:solidFill>
                <a:latin typeface="Arial"/>
                <a:ea typeface="Arial"/>
                <a:cs typeface="Arial"/>
              </a:defRPr>
            </a:lvl6pPr>
            <a:lvl7pPr algn="l">
              <a:defRPr sz="1500" b="0">
                <a:solidFill>
                  <a:srgbClr val="B2C4CF"/>
                </a:solidFill>
                <a:latin typeface="Arial"/>
                <a:ea typeface="Arial"/>
                <a:cs typeface="Arial"/>
              </a:defRPr>
            </a:lvl7pPr>
            <a:lvl8pPr algn="l">
              <a:defRPr sz="1500" b="0">
                <a:solidFill>
                  <a:srgbClr val="B2C4CF"/>
                </a:solidFill>
                <a:latin typeface="Arial"/>
                <a:ea typeface="Arial"/>
                <a:cs typeface="Arial"/>
              </a:defRPr>
            </a:lvl8pPr>
            <a:lvl9pPr algn="l">
              <a:defRPr sz="1500" b="0">
                <a:solidFill>
                  <a:srgbClr val="B2C4CF"/>
                </a:solidFill>
                <a:latin typeface="Arial"/>
                <a:ea typeface="Arial"/>
                <a:cs typeface="Arial"/>
              </a:defRPr>
            </a:lvl9pPr>
          </a:lstStyle>
          <a:p xmlns:a="http://schemas.openxmlformats.org/drawingml/2006/main">
            <a:pPr algn="l">
              <a:defRPr sz="1500" b="0">
                <a:solidFill>
                  <a:srgbClr val="B2C4CF"/>
                </a:solidFill>
                <a:latin typeface="Arial"/>
                <a:ea typeface="Arial"/>
                <a:cs typeface="Arial"/>
              </a:defRPr>
            </a:pPr>
            <a:r>
              <a:rPr sz="1500" b="0">
                <a:solidFill>
                  <a:srgbClr val="B2C4CF"/>
                </a:solidFill>
                <a:latin typeface="Arial"/>
                <a:ea typeface="Arial"/>
                <a:cs typeface="Arial"/>
              </a:rPr>
              <a:t>Map required warmup/output fields</a:t>
            </a:r>
          </a:p>
        </p:txBody>
      </p:sp>
      <p:sp>
        <p:nvSpPr>
          <p:cNvPr id="27" name="">
            <a:extLst xmlns:a="http://schemas.openxmlformats.org/drawingml/2006/main">
              <a:ext uri="{FF2B5EF4-FFF2-40B4-BE49-F238E27FC236}">
                <a16:creationId xmlns:a16="http://schemas.microsoft.com/office/drawing/2014/main" id="{3C42E0BC-40E3-48AD-9E91-EF0DB6269E05}"/>
              </a:ext>
            </a:extLst>
          </p:cNvPr>
          <p:cNvSpPr>
            <a:spLocks xmlns:a="http://schemas.openxmlformats.org/drawingml/2006/main" noGrp="1"/>
          </p:cNvSpPr>
          <p:nvPr/>
        </p:nvSpPr>
        <p:spPr>
          <a:xfrm xmlns:a="http://schemas.openxmlformats.org/drawingml/2006/main">
            <a:off x="6191250" y="4410075"/>
            <a:ext cx="85725" cy="85725"/>
          </a:xfrm>
          <a:prstGeom xmlns:a="http://schemas.openxmlformats.org/drawingml/2006/main" prst="ellipse">
            <a:avLst/>
          </a:prstGeom>
          <a:solidFill xmlns:a="http://schemas.openxmlformats.org/drawingml/2006/main">
            <a:srgbClr val="36D9D0"/>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917060F9-B345-4AF9-9758-E4A6D9FBB31A}"/>
              </a:ext>
            </a:extLst>
          </p:cNvPr>
          <p:cNvSpPr>
            <a:spLocks xmlns:a="http://schemas.openxmlformats.org/drawingml/2006/main" noGrp="1"/>
          </p:cNvSpPr>
          <p:nvPr/>
        </p:nvSpPr>
        <p:spPr>
          <a:xfrm xmlns:a="http://schemas.openxmlformats.org/drawingml/2006/main">
            <a:off x="6400800" y="4324350"/>
            <a:ext cx="46482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0">
                <a:solidFill>
                  <a:srgbClr val="B2C4CF"/>
                </a:solidFill>
                <a:latin typeface="Arial"/>
                <a:ea typeface="Arial"/>
                <a:cs typeface="Arial"/>
              </a:defRPr>
            </a:defPPr>
            <a:lvl1pPr algn="l">
              <a:defRPr sz="1500" b="0">
                <a:solidFill>
                  <a:srgbClr val="B2C4CF"/>
                </a:solidFill>
                <a:latin typeface="Arial"/>
                <a:ea typeface="Arial"/>
                <a:cs typeface="Arial"/>
              </a:defRPr>
            </a:lvl1pPr>
            <a:lvl2pPr algn="l">
              <a:defRPr sz="1500" b="0">
                <a:solidFill>
                  <a:srgbClr val="B2C4CF"/>
                </a:solidFill>
                <a:latin typeface="Arial"/>
                <a:ea typeface="Arial"/>
                <a:cs typeface="Arial"/>
              </a:defRPr>
            </a:lvl2pPr>
            <a:lvl3pPr algn="l">
              <a:defRPr sz="1500" b="0">
                <a:solidFill>
                  <a:srgbClr val="B2C4CF"/>
                </a:solidFill>
                <a:latin typeface="Arial"/>
                <a:ea typeface="Arial"/>
                <a:cs typeface="Arial"/>
              </a:defRPr>
            </a:lvl3pPr>
            <a:lvl4pPr algn="l">
              <a:defRPr sz="1500" b="0">
                <a:solidFill>
                  <a:srgbClr val="B2C4CF"/>
                </a:solidFill>
                <a:latin typeface="Arial"/>
                <a:ea typeface="Arial"/>
                <a:cs typeface="Arial"/>
              </a:defRPr>
            </a:lvl4pPr>
            <a:lvl5pPr algn="l">
              <a:defRPr sz="1500" b="0">
                <a:solidFill>
                  <a:srgbClr val="B2C4CF"/>
                </a:solidFill>
                <a:latin typeface="Arial"/>
                <a:ea typeface="Arial"/>
                <a:cs typeface="Arial"/>
              </a:defRPr>
            </a:lvl5pPr>
            <a:lvl6pPr algn="l">
              <a:defRPr sz="1500" b="0">
                <a:solidFill>
                  <a:srgbClr val="B2C4CF"/>
                </a:solidFill>
                <a:latin typeface="Arial"/>
                <a:ea typeface="Arial"/>
                <a:cs typeface="Arial"/>
              </a:defRPr>
            </a:lvl6pPr>
            <a:lvl7pPr algn="l">
              <a:defRPr sz="1500" b="0">
                <a:solidFill>
                  <a:srgbClr val="B2C4CF"/>
                </a:solidFill>
                <a:latin typeface="Arial"/>
                <a:ea typeface="Arial"/>
                <a:cs typeface="Arial"/>
              </a:defRPr>
            </a:lvl7pPr>
            <a:lvl8pPr algn="l">
              <a:defRPr sz="1500" b="0">
                <a:solidFill>
                  <a:srgbClr val="B2C4CF"/>
                </a:solidFill>
                <a:latin typeface="Arial"/>
                <a:ea typeface="Arial"/>
                <a:cs typeface="Arial"/>
              </a:defRPr>
            </a:lvl8pPr>
            <a:lvl9pPr algn="l">
              <a:defRPr sz="1500" b="0">
                <a:solidFill>
                  <a:srgbClr val="B2C4CF"/>
                </a:solidFill>
                <a:latin typeface="Arial"/>
                <a:ea typeface="Arial"/>
                <a:cs typeface="Arial"/>
              </a:defRPr>
            </a:lvl9pPr>
          </a:lstStyle>
          <a:p xmlns:a="http://schemas.openxmlformats.org/drawingml/2006/main">
            <a:pPr algn="l">
              <a:defRPr sz="1500" b="0">
                <a:solidFill>
                  <a:srgbClr val="B2C4CF"/>
                </a:solidFill>
                <a:latin typeface="Arial"/>
                <a:ea typeface="Arial"/>
                <a:cs typeface="Arial"/>
              </a:defRPr>
            </a:pPr>
            <a:r>
              <a:rPr sz="1500" b="0">
                <a:solidFill>
                  <a:srgbClr val="B2C4CF"/>
                </a:solidFill>
                <a:latin typeface="Arial"/>
                <a:ea typeface="Arial"/>
                <a:cs typeface="Arial"/>
              </a:rPr>
              <a:t>Keep labels outside detector.process()</a:t>
            </a:r>
          </a:p>
        </p:txBody>
      </p:sp>
      <p:sp>
        <p:nvSpPr>
          <p:cNvPr id="29" name="">
            <a:extLst xmlns:a="http://schemas.openxmlformats.org/drawingml/2006/main">
              <a:ext uri="{FF2B5EF4-FFF2-40B4-BE49-F238E27FC236}">
                <a16:creationId xmlns:a16="http://schemas.microsoft.com/office/drawing/2014/main" id="{69C10E18-087B-43A9-8A3D-9FEDBA829B90}"/>
              </a:ext>
            </a:extLst>
          </p:cNvPr>
          <p:cNvSpPr>
            <a:spLocks xmlns:a="http://schemas.openxmlformats.org/drawingml/2006/main" noGrp="1"/>
          </p:cNvSpPr>
          <p:nvPr/>
        </p:nvSpPr>
        <p:spPr>
          <a:xfrm xmlns:a="http://schemas.openxmlformats.org/drawingml/2006/main">
            <a:off x="6191250" y="5019675"/>
            <a:ext cx="485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1">
                <a:solidFill>
                  <a:srgbClr val="F4B860"/>
                </a:solidFill>
                <a:latin typeface="Arial"/>
                <a:ea typeface="Arial"/>
                <a:cs typeface="Arial"/>
              </a:defRPr>
            </a:defPPr>
            <a:lvl1pPr algn="l">
              <a:defRPr sz="1275" b="1">
                <a:solidFill>
                  <a:srgbClr val="F4B860"/>
                </a:solidFill>
                <a:latin typeface="Arial"/>
                <a:ea typeface="Arial"/>
                <a:cs typeface="Arial"/>
              </a:defRPr>
            </a:lvl1pPr>
            <a:lvl2pPr algn="l">
              <a:defRPr sz="1275" b="1">
                <a:solidFill>
                  <a:srgbClr val="F4B860"/>
                </a:solidFill>
                <a:latin typeface="Arial"/>
                <a:ea typeface="Arial"/>
                <a:cs typeface="Arial"/>
              </a:defRPr>
            </a:lvl2pPr>
            <a:lvl3pPr algn="l">
              <a:defRPr sz="1275" b="1">
                <a:solidFill>
                  <a:srgbClr val="F4B860"/>
                </a:solidFill>
                <a:latin typeface="Arial"/>
                <a:ea typeface="Arial"/>
                <a:cs typeface="Arial"/>
              </a:defRPr>
            </a:lvl3pPr>
            <a:lvl4pPr algn="l">
              <a:defRPr sz="1275" b="1">
                <a:solidFill>
                  <a:srgbClr val="F4B860"/>
                </a:solidFill>
                <a:latin typeface="Arial"/>
                <a:ea typeface="Arial"/>
                <a:cs typeface="Arial"/>
              </a:defRPr>
            </a:lvl4pPr>
            <a:lvl5pPr algn="l">
              <a:defRPr sz="1275" b="1">
                <a:solidFill>
                  <a:srgbClr val="F4B860"/>
                </a:solidFill>
                <a:latin typeface="Arial"/>
                <a:ea typeface="Arial"/>
                <a:cs typeface="Arial"/>
              </a:defRPr>
            </a:lvl5pPr>
            <a:lvl6pPr algn="l">
              <a:defRPr sz="1275" b="1">
                <a:solidFill>
                  <a:srgbClr val="F4B860"/>
                </a:solidFill>
                <a:latin typeface="Arial"/>
                <a:ea typeface="Arial"/>
                <a:cs typeface="Arial"/>
              </a:defRPr>
            </a:lvl6pPr>
            <a:lvl7pPr algn="l">
              <a:defRPr sz="1275" b="1">
                <a:solidFill>
                  <a:srgbClr val="F4B860"/>
                </a:solidFill>
                <a:latin typeface="Arial"/>
                <a:ea typeface="Arial"/>
                <a:cs typeface="Arial"/>
              </a:defRPr>
            </a:lvl7pPr>
            <a:lvl8pPr algn="l">
              <a:defRPr sz="1275" b="1">
                <a:solidFill>
                  <a:srgbClr val="F4B860"/>
                </a:solidFill>
                <a:latin typeface="Arial"/>
                <a:ea typeface="Arial"/>
                <a:cs typeface="Arial"/>
              </a:defRPr>
            </a:lvl8pPr>
            <a:lvl9pPr algn="l">
              <a:defRPr sz="1275" b="1">
                <a:solidFill>
                  <a:srgbClr val="F4B860"/>
                </a:solidFill>
                <a:latin typeface="Arial"/>
                <a:ea typeface="Arial"/>
                <a:cs typeface="Arial"/>
              </a:defRPr>
            </a:lvl9pPr>
          </a:lstStyle>
          <a:p xmlns:a="http://schemas.openxmlformats.org/drawingml/2006/main">
            <a:pPr algn="l">
              <a:defRPr sz="1275" b="1">
                <a:solidFill>
                  <a:srgbClr val="F4B860"/>
                </a:solidFill>
                <a:latin typeface="Arial"/>
                <a:ea typeface="Arial"/>
                <a:cs typeface="Arial"/>
              </a:defRPr>
            </a:pPr>
            <a:r>
              <a:rPr sz="1275" b="1">
                <a:solidFill>
                  <a:srgbClr val="F4B860"/>
                </a:solidFill>
                <a:latin typeface="Arial"/>
                <a:ea typeface="Arial"/>
                <a:cs typeface="Arial"/>
              </a:rPr>
              <a:t>Current evaluator declares official_metric = false.</a:t>
            </a:r>
          </a:p>
        </p:txBody>
      </p:sp>
    </p:spTree>
    <p:extLst>
      <p:ext uri="{BB962C8B-B14F-4D97-AF65-F5344CB8AC3E}">
        <p14:creationId xmlns:p14="http://schemas.microsoft.com/office/powerpoint/2010/main" val="1606386057"/>
      </p:ext>
    </p:extLst>
  </p:cSld>
</p:sld>
</file>

<file path=ppt/slides/slide8.xml><?xml version="1.0" encoding="utf-8"?>
<p:sld xmlns:p="http://schemas.openxmlformats.org/presentationml/2006/main">
  <p:cSld>
    <p:bg>
      <p:bgPr>
        <a:solidFill xmlns:a="http://schemas.openxmlformats.org/drawingml/2006/main">
          <a:srgbClr val="07131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ACA92CE-3E6D-4327-A3FE-A7B0C50D9150}"/>
              </a:ext>
            </a:extLst>
          </p:cNvPr>
          <p:cNvSpPr>
            <a:spLocks xmlns:a="http://schemas.openxmlformats.org/drawingml/2006/main" noGrp="1"/>
          </p:cNvSpPr>
          <p:nvPr/>
        </p:nvSpPr>
        <p:spPr>
          <a:xfrm xmlns:a="http://schemas.openxmlformats.org/drawingml/2006/main">
            <a:off x="609600" y="247650"/>
            <a:ext cx="876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36D9D0"/>
                </a:solidFill>
                <a:latin typeface="Arial"/>
                <a:ea typeface="Arial"/>
                <a:cs typeface="Arial"/>
              </a:defRPr>
            </a:defPPr>
            <a:lvl1pPr algn="l">
              <a:defRPr sz="1125" b="1">
                <a:solidFill>
                  <a:srgbClr val="36D9D0"/>
                </a:solidFill>
                <a:latin typeface="Arial"/>
                <a:ea typeface="Arial"/>
                <a:cs typeface="Arial"/>
              </a:defRPr>
            </a:lvl1pPr>
            <a:lvl2pPr algn="l">
              <a:defRPr sz="1125" b="1">
                <a:solidFill>
                  <a:srgbClr val="36D9D0"/>
                </a:solidFill>
                <a:latin typeface="Arial"/>
                <a:ea typeface="Arial"/>
                <a:cs typeface="Arial"/>
              </a:defRPr>
            </a:lvl2pPr>
            <a:lvl3pPr algn="l">
              <a:defRPr sz="1125" b="1">
                <a:solidFill>
                  <a:srgbClr val="36D9D0"/>
                </a:solidFill>
                <a:latin typeface="Arial"/>
                <a:ea typeface="Arial"/>
                <a:cs typeface="Arial"/>
              </a:defRPr>
            </a:lvl3pPr>
            <a:lvl4pPr algn="l">
              <a:defRPr sz="1125" b="1">
                <a:solidFill>
                  <a:srgbClr val="36D9D0"/>
                </a:solidFill>
                <a:latin typeface="Arial"/>
                <a:ea typeface="Arial"/>
                <a:cs typeface="Arial"/>
              </a:defRPr>
            </a:lvl4pPr>
            <a:lvl5pPr algn="l">
              <a:defRPr sz="1125" b="1">
                <a:solidFill>
                  <a:srgbClr val="36D9D0"/>
                </a:solidFill>
                <a:latin typeface="Arial"/>
                <a:ea typeface="Arial"/>
                <a:cs typeface="Arial"/>
              </a:defRPr>
            </a:lvl5pPr>
            <a:lvl6pPr algn="l">
              <a:defRPr sz="1125" b="1">
                <a:solidFill>
                  <a:srgbClr val="36D9D0"/>
                </a:solidFill>
                <a:latin typeface="Arial"/>
                <a:ea typeface="Arial"/>
                <a:cs typeface="Arial"/>
              </a:defRPr>
            </a:lvl6pPr>
            <a:lvl7pPr algn="l">
              <a:defRPr sz="1125" b="1">
                <a:solidFill>
                  <a:srgbClr val="36D9D0"/>
                </a:solidFill>
                <a:latin typeface="Arial"/>
                <a:ea typeface="Arial"/>
                <a:cs typeface="Arial"/>
              </a:defRPr>
            </a:lvl7pPr>
            <a:lvl8pPr algn="l">
              <a:defRPr sz="1125" b="1">
                <a:solidFill>
                  <a:srgbClr val="36D9D0"/>
                </a:solidFill>
                <a:latin typeface="Arial"/>
                <a:ea typeface="Arial"/>
                <a:cs typeface="Arial"/>
              </a:defRPr>
            </a:lvl8pPr>
            <a:lvl9pPr algn="l">
              <a:defRPr sz="1125" b="1">
                <a:solidFill>
                  <a:srgbClr val="36D9D0"/>
                </a:solidFill>
                <a:latin typeface="Arial"/>
                <a:ea typeface="Arial"/>
                <a:cs typeface="Arial"/>
              </a:defRPr>
            </a:lvl9pPr>
          </a:lstStyle>
          <a:p xmlns:a="http://schemas.openxmlformats.org/drawingml/2006/main">
            <a:pPr algn="l">
              <a:defRPr sz="1125" b="1">
                <a:solidFill>
                  <a:srgbClr val="36D9D0"/>
                </a:solidFill>
                <a:latin typeface="Arial"/>
                <a:ea typeface="Arial"/>
                <a:cs typeface="Arial"/>
              </a:defRPr>
            </a:pPr>
            <a:r>
              <a:rPr sz="1125" b="1">
                <a:solidFill>
                  <a:srgbClr val="36D9D0"/>
                </a:solidFill>
                <a:latin typeface="Arial"/>
                <a:ea typeface="Arial"/>
                <a:cs typeface="Arial"/>
              </a:rPr>
              <a:t>SENTINEL PULSE   /   RESULTS</a:t>
            </a:r>
          </a:p>
        </p:txBody>
      </p:sp>
      <p:sp>
        <p:nvSpPr>
          <p:cNvPr id="2" name="">
            <a:extLst xmlns:a="http://schemas.openxmlformats.org/drawingml/2006/main">
              <a:ext uri="{FF2B5EF4-FFF2-40B4-BE49-F238E27FC236}">
                <a16:creationId xmlns:a16="http://schemas.microsoft.com/office/drawing/2014/main" id="{09BE8CBA-DFCC-48BA-BA85-E53C2459F9FE}"/>
              </a:ext>
            </a:extLst>
          </p:cNvPr>
          <p:cNvSpPr>
            <a:spLocks xmlns:a="http://schemas.openxmlformats.org/drawingml/2006/main" noGrp="1"/>
          </p:cNvSpPr>
          <p:nvPr/>
        </p:nvSpPr>
        <p:spPr>
          <a:xfrm xmlns:a="http://schemas.openxmlformats.org/drawingml/2006/main">
            <a:off x="609600" y="590550"/>
            <a:ext cx="10972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700" b="1">
                <a:solidFill>
                  <a:srgbClr val="F2F7FA"/>
                </a:solidFill>
                <a:latin typeface="Arial"/>
                <a:ea typeface="Arial"/>
                <a:cs typeface="Arial"/>
              </a:defRPr>
            </a:defPPr>
            <a:lvl1pPr algn="l">
              <a:defRPr sz="2700" b="1">
                <a:solidFill>
                  <a:srgbClr val="F2F7FA"/>
                </a:solidFill>
                <a:latin typeface="Arial"/>
                <a:ea typeface="Arial"/>
                <a:cs typeface="Arial"/>
              </a:defRPr>
            </a:lvl1pPr>
            <a:lvl2pPr algn="l">
              <a:defRPr sz="2700" b="1">
                <a:solidFill>
                  <a:srgbClr val="F2F7FA"/>
                </a:solidFill>
                <a:latin typeface="Arial"/>
                <a:ea typeface="Arial"/>
                <a:cs typeface="Arial"/>
              </a:defRPr>
            </a:lvl2pPr>
            <a:lvl3pPr algn="l">
              <a:defRPr sz="2700" b="1">
                <a:solidFill>
                  <a:srgbClr val="F2F7FA"/>
                </a:solidFill>
                <a:latin typeface="Arial"/>
                <a:ea typeface="Arial"/>
                <a:cs typeface="Arial"/>
              </a:defRPr>
            </a:lvl3pPr>
            <a:lvl4pPr algn="l">
              <a:defRPr sz="2700" b="1">
                <a:solidFill>
                  <a:srgbClr val="F2F7FA"/>
                </a:solidFill>
                <a:latin typeface="Arial"/>
                <a:ea typeface="Arial"/>
                <a:cs typeface="Arial"/>
              </a:defRPr>
            </a:lvl4pPr>
            <a:lvl5pPr algn="l">
              <a:defRPr sz="2700" b="1">
                <a:solidFill>
                  <a:srgbClr val="F2F7FA"/>
                </a:solidFill>
                <a:latin typeface="Arial"/>
                <a:ea typeface="Arial"/>
                <a:cs typeface="Arial"/>
              </a:defRPr>
            </a:lvl5pPr>
            <a:lvl6pPr algn="l">
              <a:defRPr sz="2700" b="1">
                <a:solidFill>
                  <a:srgbClr val="F2F7FA"/>
                </a:solidFill>
                <a:latin typeface="Arial"/>
                <a:ea typeface="Arial"/>
                <a:cs typeface="Arial"/>
              </a:defRPr>
            </a:lvl6pPr>
            <a:lvl7pPr algn="l">
              <a:defRPr sz="2700" b="1">
                <a:solidFill>
                  <a:srgbClr val="F2F7FA"/>
                </a:solidFill>
                <a:latin typeface="Arial"/>
                <a:ea typeface="Arial"/>
                <a:cs typeface="Arial"/>
              </a:defRPr>
            </a:lvl7pPr>
            <a:lvl8pPr algn="l">
              <a:defRPr sz="2700" b="1">
                <a:solidFill>
                  <a:srgbClr val="F2F7FA"/>
                </a:solidFill>
                <a:latin typeface="Arial"/>
                <a:ea typeface="Arial"/>
                <a:cs typeface="Arial"/>
              </a:defRPr>
            </a:lvl8pPr>
            <a:lvl9pPr algn="l">
              <a:defRPr sz="2700" b="1">
                <a:solidFill>
                  <a:srgbClr val="F2F7FA"/>
                </a:solidFill>
                <a:latin typeface="Arial"/>
                <a:ea typeface="Arial"/>
                <a:cs typeface="Arial"/>
              </a:defRPr>
            </a:lvl9pPr>
          </a:lstStyle>
          <a:p xmlns:a="http://schemas.openxmlformats.org/drawingml/2006/main">
            <a:pPr algn="l">
              <a:defRPr sz="2700" b="1">
                <a:solidFill>
                  <a:srgbClr val="F2F7FA"/>
                </a:solidFill>
                <a:latin typeface="Arial"/>
                <a:ea typeface="Arial"/>
                <a:cs typeface="Arial"/>
              </a:defRPr>
            </a:pPr>
            <a:r>
              <a:rPr sz="2700" b="1">
                <a:solidFill>
                  <a:srgbClr val="F2F7FA"/>
                </a:solidFill>
                <a:latin typeface="Arial"/>
                <a:ea typeface="Arial"/>
                <a:cs typeface="Arial"/>
              </a:rPr>
              <a:t>Synthetic smoke: two alerts matched two hand-authored windows</a:t>
            </a:r>
          </a:p>
        </p:txBody>
      </p:sp>
      <p:sp>
        <p:nvSpPr>
          <p:cNvPr id="3" name="">
            <a:extLst xmlns:a="http://schemas.openxmlformats.org/drawingml/2006/main">
              <a:ext uri="{FF2B5EF4-FFF2-40B4-BE49-F238E27FC236}">
                <a16:creationId xmlns:a16="http://schemas.microsoft.com/office/drawing/2014/main" id="{C0FC5F0D-A682-4A53-9F5D-DF352701D0C7}"/>
              </a:ext>
            </a:extLst>
          </p:cNvPr>
          <p:cNvSpPr>
            <a:spLocks xmlns:a="http://schemas.openxmlformats.org/drawingml/2006/main" noGrp="1"/>
          </p:cNvSpPr>
          <p:nvPr/>
        </p:nvSpPr>
        <p:spPr>
          <a:xfrm xmlns:a="http://schemas.openxmlformats.org/drawingml/2006/main">
            <a:off x="609600" y="1200150"/>
            <a:ext cx="10972800" cy="9525"/>
          </a:xfrm>
          <a:prstGeom xmlns:a="http://schemas.openxmlformats.org/drawingml/2006/main" prst="rect">
            <a:avLst/>
          </a:prstGeom>
          <a:solidFill xmlns:a="http://schemas.openxmlformats.org/drawingml/2006/main">
            <a:srgbClr val="284455"/>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5C22034A-16D4-4A4A-8BB0-C81F863F9923}"/>
              </a:ext>
            </a:extLst>
          </p:cNvPr>
          <p:cNvSpPr>
            <a:spLocks xmlns:a="http://schemas.openxmlformats.org/drawingml/2006/main" noGrp="1"/>
          </p:cNvSpPr>
          <p:nvPr/>
        </p:nvSpPr>
        <p:spPr>
          <a:xfrm xmlns:a="http://schemas.openxmlformats.org/drawingml/2006/main">
            <a:off x="609600" y="6496050"/>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00" b="0">
                <a:solidFill>
                  <a:srgbClr val="B2C4CF"/>
                </a:solidFill>
                <a:latin typeface="Arial"/>
                <a:ea typeface="Arial"/>
                <a:cs typeface="Arial"/>
              </a:defRPr>
            </a:defPPr>
            <a:lvl1pPr algn="r">
              <a:defRPr sz="900" b="0">
                <a:solidFill>
                  <a:srgbClr val="B2C4CF"/>
                </a:solidFill>
                <a:latin typeface="Arial"/>
                <a:ea typeface="Arial"/>
                <a:cs typeface="Arial"/>
              </a:defRPr>
            </a:lvl1pPr>
            <a:lvl2pPr algn="r">
              <a:defRPr sz="900" b="0">
                <a:solidFill>
                  <a:srgbClr val="B2C4CF"/>
                </a:solidFill>
                <a:latin typeface="Arial"/>
                <a:ea typeface="Arial"/>
                <a:cs typeface="Arial"/>
              </a:defRPr>
            </a:lvl2pPr>
            <a:lvl3pPr algn="r">
              <a:defRPr sz="900" b="0">
                <a:solidFill>
                  <a:srgbClr val="B2C4CF"/>
                </a:solidFill>
                <a:latin typeface="Arial"/>
                <a:ea typeface="Arial"/>
                <a:cs typeface="Arial"/>
              </a:defRPr>
            </a:lvl3pPr>
            <a:lvl4pPr algn="r">
              <a:defRPr sz="900" b="0">
                <a:solidFill>
                  <a:srgbClr val="B2C4CF"/>
                </a:solidFill>
                <a:latin typeface="Arial"/>
                <a:ea typeface="Arial"/>
                <a:cs typeface="Arial"/>
              </a:defRPr>
            </a:lvl4pPr>
            <a:lvl5pPr algn="r">
              <a:defRPr sz="900" b="0">
                <a:solidFill>
                  <a:srgbClr val="B2C4CF"/>
                </a:solidFill>
                <a:latin typeface="Arial"/>
                <a:ea typeface="Arial"/>
                <a:cs typeface="Arial"/>
              </a:defRPr>
            </a:lvl5pPr>
            <a:lvl6pPr algn="r">
              <a:defRPr sz="900" b="0">
                <a:solidFill>
                  <a:srgbClr val="B2C4CF"/>
                </a:solidFill>
                <a:latin typeface="Arial"/>
                <a:ea typeface="Arial"/>
                <a:cs typeface="Arial"/>
              </a:defRPr>
            </a:lvl6pPr>
            <a:lvl7pPr algn="r">
              <a:defRPr sz="900" b="0">
                <a:solidFill>
                  <a:srgbClr val="B2C4CF"/>
                </a:solidFill>
                <a:latin typeface="Arial"/>
                <a:ea typeface="Arial"/>
                <a:cs typeface="Arial"/>
              </a:defRPr>
            </a:lvl7pPr>
            <a:lvl8pPr algn="r">
              <a:defRPr sz="900" b="0">
                <a:solidFill>
                  <a:srgbClr val="B2C4CF"/>
                </a:solidFill>
                <a:latin typeface="Arial"/>
                <a:ea typeface="Arial"/>
                <a:cs typeface="Arial"/>
              </a:defRPr>
            </a:lvl8pPr>
            <a:lvl9pPr algn="r">
              <a:defRPr sz="900" b="0">
                <a:solidFill>
                  <a:srgbClr val="B2C4CF"/>
                </a:solidFill>
                <a:latin typeface="Arial"/>
                <a:ea typeface="Arial"/>
                <a:cs typeface="Arial"/>
              </a:defRPr>
            </a:lvl9pPr>
          </a:lstStyle>
          <a:p xmlns:a="http://schemas.openxmlformats.org/drawingml/2006/main">
            <a:pPr algn="r">
              <a:defRPr sz="900" b="0">
                <a:solidFill>
                  <a:srgbClr val="B2C4CF"/>
                </a:solidFill>
                <a:latin typeface="Arial"/>
                <a:ea typeface="Arial"/>
                <a:cs typeface="Arial"/>
              </a:defRPr>
            </a:pPr>
            <a:r>
              <a:rPr sz="900" b="0">
                <a:solidFill>
                  <a:srgbClr val="B2C4CF"/>
                </a:solidFill>
                <a:latin typeface="Arial"/>
                <a:ea typeface="Arial"/>
                <a:cs typeface="Arial"/>
              </a:rPr>
              <a:t>UTKRISHTA 2026  ·  CHALLENGE 2  ·  08 / 10</a:t>
            </a:r>
          </a:p>
        </p:txBody>
      </p:sp>
      <p:sp>
        <p:nvSpPr>
          <p:cNvPr id="5" name="">
            <a:extLst xmlns:a="http://schemas.openxmlformats.org/drawingml/2006/main">
              <a:ext uri="{FF2B5EF4-FFF2-40B4-BE49-F238E27FC236}">
                <a16:creationId xmlns:a16="http://schemas.microsoft.com/office/drawing/2014/main" id="{DB8DA277-387E-4C18-B9EA-C5C55AFF5C5F}"/>
              </a:ext>
            </a:extLst>
          </p:cNvPr>
          <p:cNvSpPr>
            <a:spLocks xmlns:a="http://schemas.openxmlformats.org/drawingml/2006/main" noGrp="1"/>
          </p:cNvSpPr>
          <p:nvPr/>
        </p:nvSpPr>
        <p:spPr>
          <a:xfrm xmlns:a="http://schemas.openxmlformats.org/drawingml/2006/main">
            <a:off x="647700" y="1438275"/>
            <a:ext cx="10572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1">
                <a:solidFill>
                  <a:srgbClr val="F4B860"/>
                </a:solidFill>
                <a:latin typeface="Arial"/>
                <a:ea typeface="Arial"/>
                <a:cs typeface="Arial"/>
              </a:defRPr>
            </a:defPPr>
            <a:lvl1pPr algn="l">
              <a:defRPr sz="1275" b="1">
                <a:solidFill>
                  <a:srgbClr val="F4B860"/>
                </a:solidFill>
                <a:latin typeface="Arial"/>
                <a:ea typeface="Arial"/>
                <a:cs typeface="Arial"/>
              </a:defRPr>
            </a:lvl1pPr>
            <a:lvl2pPr algn="l">
              <a:defRPr sz="1275" b="1">
                <a:solidFill>
                  <a:srgbClr val="F4B860"/>
                </a:solidFill>
                <a:latin typeface="Arial"/>
                <a:ea typeface="Arial"/>
                <a:cs typeface="Arial"/>
              </a:defRPr>
            </a:lvl2pPr>
            <a:lvl3pPr algn="l">
              <a:defRPr sz="1275" b="1">
                <a:solidFill>
                  <a:srgbClr val="F4B860"/>
                </a:solidFill>
                <a:latin typeface="Arial"/>
                <a:ea typeface="Arial"/>
                <a:cs typeface="Arial"/>
              </a:defRPr>
            </a:lvl3pPr>
            <a:lvl4pPr algn="l">
              <a:defRPr sz="1275" b="1">
                <a:solidFill>
                  <a:srgbClr val="F4B860"/>
                </a:solidFill>
                <a:latin typeface="Arial"/>
                <a:ea typeface="Arial"/>
                <a:cs typeface="Arial"/>
              </a:defRPr>
            </a:lvl4pPr>
            <a:lvl5pPr algn="l">
              <a:defRPr sz="1275" b="1">
                <a:solidFill>
                  <a:srgbClr val="F4B860"/>
                </a:solidFill>
                <a:latin typeface="Arial"/>
                <a:ea typeface="Arial"/>
                <a:cs typeface="Arial"/>
              </a:defRPr>
            </a:lvl5pPr>
            <a:lvl6pPr algn="l">
              <a:defRPr sz="1275" b="1">
                <a:solidFill>
                  <a:srgbClr val="F4B860"/>
                </a:solidFill>
                <a:latin typeface="Arial"/>
                <a:ea typeface="Arial"/>
                <a:cs typeface="Arial"/>
              </a:defRPr>
            </a:lvl6pPr>
            <a:lvl7pPr algn="l">
              <a:defRPr sz="1275" b="1">
                <a:solidFill>
                  <a:srgbClr val="F4B860"/>
                </a:solidFill>
                <a:latin typeface="Arial"/>
                <a:ea typeface="Arial"/>
                <a:cs typeface="Arial"/>
              </a:defRPr>
            </a:lvl7pPr>
            <a:lvl8pPr algn="l">
              <a:defRPr sz="1275" b="1">
                <a:solidFill>
                  <a:srgbClr val="F4B860"/>
                </a:solidFill>
                <a:latin typeface="Arial"/>
                <a:ea typeface="Arial"/>
                <a:cs typeface="Arial"/>
              </a:defRPr>
            </a:lvl8pPr>
            <a:lvl9pPr algn="l">
              <a:defRPr sz="1275" b="1">
                <a:solidFill>
                  <a:srgbClr val="F4B860"/>
                </a:solidFill>
                <a:latin typeface="Arial"/>
                <a:ea typeface="Arial"/>
                <a:cs typeface="Arial"/>
              </a:defRPr>
            </a:lvl9pPr>
          </a:lstStyle>
          <a:p xmlns:a="http://schemas.openxmlformats.org/drawingml/2006/main">
            <a:pPr algn="l">
              <a:defRPr sz="1275" b="1">
                <a:solidFill>
                  <a:srgbClr val="F4B860"/>
                </a:solidFill>
                <a:latin typeface="Arial"/>
                <a:ea typeface="Arial"/>
                <a:cs typeface="Arial"/>
              </a:defRPr>
            </a:pPr>
            <a:r>
              <a:rPr sz="1275" b="1">
                <a:solidFill>
                  <a:srgbClr val="F4B860"/>
                </a:solidFill>
                <a:latin typeface="Arial"/>
                <a:ea typeface="Arial"/>
                <a:cs typeface="Arial"/>
              </a:rPr>
              <a:t>SOFTWARE WIRING ONLY · NOT NAB · NOT OFFICIAL PERFORMANCE</a:t>
            </a:r>
          </a:p>
        </p:txBody>
      </p:sp>
      <p:graphicFrame>
        <p:nvGraphicFramePr>
          <p:cNvPr id="6" name="">
            <a:extLst xmlns:a="http://schemas.openxmlformats.org/drawingml/2006/main">
              <a:ext uri="{FF2B5EF4-FFF2-40B4-BE49-F238E27FC236}">
                <a16:creationId xmlns:a16="http://schemas.microsoft.com/office/drawing/2014/main" id="{070A51AC-E39F-4B24-AF2E-9402F84ED738}"/>
              </a:ext>
            </a:extLst>
          </p:cNvPr>
          <p:cNvGraphicFramePr/>
          <p:nvPr/>
        </p:nvGraphicFramePr>
        <p:xfrm>
          <a:off xmlns:a="http://schemas.openxmlformats.org/drawingml/2006/main" x="647700" y="1895475"/>
          <a:ext xmlns:a="http://schemas.openxmlformats.org/drawingml/2006/main" cx="10896600" cy="3457575"/>
        </p:xfrm>
        <a:graphic xmlns:a="http://schemas.openxmlformats.org/drawingml/2006/main">
          <a:graphicData uri="http://schemas.openxmlformats.org/drawingml/2006/table">
            <a:tbl>
              <a:tblPr firstRow="1" bandRow="1"/>
              <a:tblGrid>
                <a:gridCol w="3632200"/>
                <a:gridCol w="3632200"/>
                <a:gridCol w="3632200"/>
              </a:tblGrid>
              <a:tr h="384175">
                <a:tc>
                  <a:txBody>
                    <a:bodyPr wrap="square" lIns="76200" tIns="76200" rIns="76200" bIns="76200">
                      <a:normAutofit/>
                    </a:bodyPr>
                    <a:lstStyle/>
                    <a:p>
                      <a:r>
                        <a:rPr sz="1275" b="1">
                          <a:solidFill>
                            <a:srgbClr val="36D9D0"/>
                          </a:solidFill>
                          <a:latin typeface="Arial"/>
                          <a:ea typeface="Arial"/>
                          <a:cs typeface="Arial"/>
                        </a:rPr>
                        <a:t>Measure</a:t>
                      </a:r>
                    </a:p>
                  </a:txBody>
                  <a:tcPr marL="91440" marR="91440" marT="45720" marB="45720" anchor="ctr">
                    <a:solidFill>
                      <a:srgbClr val="1C3A4D"/>
                    </a:solidFill>
                  </a:tcPr>
                </a:tc>
                <a:tc>
                  <a:txBody>
                    <a:bodyPr wrap="square" lIns="76200" tIns="76200" rIns="76200" bIns="76200">
                      <a:normAutofit/>
                    </a:bodyPr>
                    <a:lstStyle/>
                    <a:p>
                      <a:r>
                        <a:rPr sz="1275" b="1">
                          <a:solidFill>
                            <a:srgbClr val="36D9D0"/>
                          </a:solidFill>
                          <a:latin typeface="Arial"/>
                          <a:ea typeface="Arial"/>
                          <a:cs typeface="Arial"/>
                        </a:rPr>
                        <a:t>Recorded value</a:t>
                      </a:r>
                    </a:p>
                  </a:txBody>
                  <a:tcPr marL="91440" marR="91440" marT="45720" marB="45720" anchor="ctr">
                    <a:solidFill>
                      <a:srgbClr val="1C3A4D"/>
                    </a:solidFill>
                  </a:tcPr>
                </a:tc>
                <a:tc>
                  <a:txBody>
                    <a:bodyPr wrap="square" lIns="76200" tIns="76200" rIns="76200" bIns="76200">
                      <a:normAutofit/>
                    </a:bodyPr>
                    <a:lstStyle/>
                    <a:p>
                      <a:r>
                        <a:rPr sz="1275" b="1">
                          <a:solidFill>
                            <a:srgbClr val="36D9D0"/>
                          </a:solidFill>
                          <a:latin typeface="Arial"/>
                          <a:ea typeface="Arial"/>
                          <a:cs typeface="Arial"/>
                        </a:rPr>
                        <a:t>Scope / interpretation</a:t>
                      </a:r>
                    </a:p>
                  </a:txBody>
                  <a:tcPr marL="91440" marR="91440" marT="45720" marB="45720" anchor="ctr">
                    <a:solidFill>
                      <a:srgbClr val="1C3A4D"/>
                    </a:solidFill>
                  </a:tcPr>
                </a:tc>
              </a:tr>
              <a:tr h="384175">
                <a:tc>
                  <a:txBody>
                    <a:bodyPr wrap="square" lIns="76200" tIns="76200" rIns="76200" bIns="76200">
                      <a:normAutofit/>
                    </a:bodyPr>
                    <a:lstStyle/>
                    <a:p>
                      <a:r>
                        <a:rPr sz="1350" b="1">
                          <a:solidFill>
                            <a:srgbClr val="F2F7FA"/>
                          </a:solidFill>
                          <a:latin typeface="Arial"/>
                          <a:ea typeface="Arial"/>
                          <a:cs typeface="Arial"/>
                        </a:rPr>
                        <a:t>Observations / ready</a:t>
                      </a:r>
                    </a:p>
                  </a:txBody>
                  <a:tcPr marL="91440" marR="91440" marT="45720" marB="45720" anchor="ctr">
                    <a:solidFill>
                      <a:srgbClr val="102332"/>
                    </a:solidFill>
                  </a:tcPr>
                </a:tc>
                <a:tc>
                  <a:txBody>
                    <a:bodyPr wrap="square" lIns="76200" tIns="76200" rIns="76200" bIns="76200">
                      <a:normAutofit/>
                    </a:bodyPr>
                    <a:lstStyle/>
                    <a:p>
                      <a:r>
                        <a:rPr sz="1350" b="0">
                          <a:solidFill>
                            <a:srgbClr val="F2F7FA"/>
                          </a:solidFill>
                          <a:latin typeface="Arial"/>
                          <a:ea typeface="Arial"/>
                          <a:cs typeface="Arial"/>
                        </a:rPr>
                        <a:t>120 / 112</a:t>
                      </a:r>
                    </a:p>
                  </a:txBody>
                  <a:tcPr marL="91440" marR="91440" marT="45720" marB="45720" anchor="ctr">
                    <a:solidFill>
                      <a:srgbClr val="102332"/>
                    </a:solidFill>
                  </a:tcPr>
                </a:tc>
                <a:tc>
                  <a:txBody>
                    <a:bodyPr wrap="square" lIns="76200" tIns="76200" rIns="76200" bIns="76200">
                      <a:normAutofit/>
                    </a:bodyPr>
                    <a:lstStyle/>
                    <a:p>
                      <a:r>
                        <a:rPr sz="1350" b="0">
                          <a:solidFill>
                            <a:srgbClr val="F2F7FA"/>
                          </a:solidFill>
                          <a:latin typeface="Arial"/>
                          <a:ea typeface="Arial"/>
                          <a:cs typeface="Arial"/>
                        </a:rPr>
                        <a:t>1 synthetic series; warmup = 8</a:t>
                      </a:r>
                    </a:p>
                  </a:txBody>
                  <a:tcPr marL="91440" marR="91440" marT="45720" marB="45720" anchor="ctr">
                    <a:solidFill>
                      <a:srgbClr val="102332"/>
                    </a:solidFill>
                  </a:tcPr>
                </a:tc>
              </a:tr>
              <a:tr h="384175">
                <a:tc>
                  <a:txBody>
                    <a:bodyPr wrap="square" lIns="76200" tIns="76200" rIns="76200" bIns="76200">
                      <a:normAutofit/>
                    </a:bodyPr>
                    <a:lstStyle/>
                    <a:p>
                      <a:r>
                        <a:rPr sz="1350" b="1">
                          <a:solidFill>
                            <a:srgbClr val="F2F7FA"/>
                          </a:solidFill>
                          <a:latin typeface="Arial"/>
                          <a:ea typeface="Arial"/>
                          <a:cs typeface="Arial"/>
                        </a:rPr>
                        <a:t>Event counts</a:t>
                      </a:r>
                    </a:p>
                  </a:txBody>
                  <a:tcPr marL="91440" marR="91440" marT="45720" marB="45720" anchor="ctr">
                    <a:solidFill>
                      <a:srgbClr val="132A3A"/>
                    </a:solidFill>
                  </a:tcPr>
                </a:tc>
                <a:tc>
                  <a:txBody>
                    <a:bodyPr wrap="square" lIns="76200" tIns="76200" rIns="76200" bIns="76200">
                      <a:normAutofit/>
                    </a:bodyPr>
                    <a:lstStyle/>
                    <a:p>
                      <a:r>
                        <a:rPr sz="1350" b="0">
                          <a:solidFill>
                            <a:srgbClr val="F2F7FA"/>
                          </a:solidFill>
                          <a:latin typeface="Arial"/>
                          <a:ea typeface="Arial"/>
                          <a:cs typeface="Arial"/>
                        </a:rPr>
                        <a:t>TP 2 · FP 0 · FN 0</a:t>
                      </a:r>
                    </a:p>
                  </a:txBody>
                  <a:tcPr marL="91440" marR="91440" marT="45720" marB="45720" anchor="ctr">
                    <a:solidFill>
                      <a:srgbClr val="132A3A"/>
                    </a:solidFill>
                  </a:tcPr>
                </a:tc>
                <a:tc>
                  <a:txBody>
                    <a:bodyPr wrap="square" lIns="76200" tIns="76200" rIns="76200" bIns="76200">
                      <a:normAutofit/>
                    </a:bodyPr>
                    <a:lstStyle/>
                    <a:p>
                      <a:r>
                        <a:rPr sz="1350" b="0">
                          <a:solidFill>
                            <a:srgbClr val="F2F7FA"/>
                          </a:solidFill>
                          <a:latin typeface="Arial"/>
                          <a:ea typeface="Arial"/>
                          <a:cs typeface="Arial"/>
                        </a:rPr>
                        <a:t>2 synthetic windows</a:t>
                      </a:r>
                    </a:p>
                  </a:txBody>
                  <a:tcPr marL="91440" marR="91440" marT="45720" marB="45720" anchor="ctr">
                    <a:solidFill>
                      <a:srgbClr val="132A3A"/>
                    </a:solidFill>
                  </a:tcPr>
                </a:tc>
              </a:tr>
              <a:tr h="384175">
                <a:tc>
                  <a:txBody>
                    <a:bodyPr wrap="square" lIns="76200" tIns="76200" rIns="76200" bIns="76200">
                      <a:normAutofit/>
                    </a:bodyPr>
                    <a:lstStyle/>
                    <a:p>
                      <a:r>
                        <a:rPr sz="1350" b="1">
                          <a:solidFill>
                            <a:srgbClr val="F2F7FA"/>
                          </a:solidFill>
                          <a:latin typeface="Arial"/>
                          <a:ea typeface="Arial"/>
                          <a:cs typeface="Arial"/>
                        </a:rPr>
                        <a:t>Precision / recall</a:t>
                      </a:r>
                    </a:p>
                  </a:txBody>
                  <a:tcPr marL="91440" marR="91440" marT="45720" marB="45720" anchor="ctr">
                    <a:solidFill>
                      <a:srgbClr val="102332"/>
                    </a:solidFill>
                  </a:tcPr>
                </a:tc>
                <a:tc>
                  <a:txBody>
                    <a:bodyPr wrap="square" lIns="76200" tIns="76200" rIns="76200" bIns="76200">
                      <a:normAutofit/>
                    </a:bodyPr>
                    <a:lstStyle/>
                    <a:p>
                      <a:r>
                        <a:rPr sz="1350" b="0">
                          <a:solidFill>
                            <a:srgbClr val="F2F7FA"/>
                          </a:solidFill>
                          <a:latin typeface="Arial"/>
                          <a:ea typeface="Arial"/>
                          <a:cs typeface="Arial"/>
                        </a:rPr>
                        <a:t>1.000 / 1.000</a:t>
                      </a:r>
                    </a:p>
                  </a:txBody>
                  <a:tcPr marL="91440" marR="91440" marT="45720" marB="45720" anchor="ctr">
                    <a:solidFill>
                      <a:srgbClr val="102332"/>
                    </a:solidFill>
                  </a:tcPr>
                </a:tc>
                <a:tc>
                  <a:txBody>
                    <a:bodyPr wrap="square" lIns="76200" tIns="76200" rIns="76200" bIns="76200">
                      <a:normAutofit/>
                    </a:bodyPr>
                    <a:lstStyle/>
                    <a:p>
                      <a:r>
                        <a:rPr sz="1350" b="0">
                          <a:solidFill>
                            <a:srgbClr val="F2F7FA"/>
                          </a:solidFill>
                          <a:latin typeface="Arial"/>
                          <a:ea typeface="Arial"/>
                          <a:cs typeface="Arial"/>
                        </a:rPr>
                        <a:t>provisional event-trigger policy</a:t>
                      </a:r>
                    </a:p>
                  </a:txBody>
                  <a:tcPr marL="91440" marR="91440" marT="45720" marB="45720" anchor="ctr">
                    <a:solidFill>
                      <a:srgbClr val="102332"/>
                    </a:solidFill>
                  </a:tcPr>
                </a:tc>
              </a:tr>
              <a:tr h="384175">
                <a:tc>
                  <a:txBody>
                    <a:bodyPr wrap="square" lIns="76200" tIns="76200" rIns="76200" bIns="76200">
                      <a:normAutofit/>
                    </a:bodyPr>
                    <a:lstStyle/>
                    <a:p>
                      <a:r>
                        <a:rPr sz="1350" b="1">
                          <a:solidFill>
                            <a:srgbClr val="F2F7FA"/>
                          </a:solidFill>
                          <a:latin typeface="Arial"/>
                          <a:ea typeface="Arial"/>
                          <a:cs typeface="Arial"/>
                        </a:rPr>
                        <a:t>Event F1</a:t>
                      </a:r>
                    </a:p>
                  </a:txBody>
                  <a:tcPr marL="91440" marR="91440" marT="45720" marB="45720" anchor="ctr">
                    <a:solidFill>
                      <a:srgbClr val="132A3A"/>
                    </a:solidFill>
                  </a:tcPr>
                </a:tc>
                <a:tc>
                  <a:txBody>
                    <a:bodyPr wrap="square" lIns="76200" tIns="76200" rIns="76200" bIns="76200">
                      <a:normAutofit/>
                    </a:bodyPr>
                    <a:lstStyle/>
                    <a:p>
                      <a:r>
                        <a:rPr sz="1350" b="0">
                          <a:solidFill>
                            <a:srgbClr val="F2F7FA"/>
                          </a:solidFill>
                          <a:latin typeface="Arial"/>
                          <a:ea typeface="Arial"/>
                          <a:cs typeface="Arial"/>
                        </a:rPr>
                        <a:t>1.000</a:t>
                      </a:r>
                    </a:p>
                  </a:txBody>
                  <a:tcPr marL="91440" marR="91440" marT="45720" marB="45720" anchor="ctr">
                    <a:solidFill>
                      <a:srgbClr val="132A3A"/>
                    </a:solidFill>
                  </a:tcPr>
                </a:tc>
                <a:tc>
                  <a:txBody>
                    <a:bodyPr wrap="square" lIns="76200" tIns="76200" rIns="76200" bIns="76200">
                      <a:normAutofit/>
                    </a:bodyPr>
                    <a:lstStyle/>
                    <a:p>
                      <a:r>
                        <a:rPr sz="1350" b="0">
                          <a:solidFill>
                            <a:srgbClr val="F2F7FA"/>
                          </a:solidFill>
                          <a:latin typeface="Arial"/>
                          <a:ea typeface="Arial"/>
                          <a:cs typeface="Arial"/>
                        </a:rPr>
                        <a:t>provisional_event_trigger_f1_v0</a:t>
                      </a:r>
                    </a:p>
                  </a:txBody>
                  <a:tcPr marL="91440" marR="91440" marT="45720" marB="45720" anchor="ctr">
                    <a:solidFill>
                      <a:srgbClr val="132A3A"/>
                    </a:solidFill>
                  </a:tcPr>
                </a:tc>
              </a:tr>
              <a:tr h="384175">
                <a:tc>
                  <a:txBody>
                    <a:bodyPr wrap="square" lIns="76200" tIns="76200" rIns="76200" bIns="76200">
                      <a:normAutofit/>
                    </a:bodyPr>
                    <a:lstStyle/>
                    <a:p>
                      <a:r>
                        <a:rPr sz="1350" b="1">
                          <a:solidFill>
                            <a:srgbClr val="F2F7FA"/>
                          </a:solidFill>
                          <a:latin typeface="Arial"/>
                          <a:ea typeface="Arial"/>
                          <a:cs typeface="Arial"/>
                        </a:rPr>
                        <a:t>Mean / p95 delay</a:t>
                      </a:r>
                    </a:p>
                  </a:txBody>
                  <a:tcPr marL="91440" marR="91440" marT="45720" marB="45720" anchor="ctr">
                    <a:solidFill>
                      <a:srgbClr val="102332"/>
                    </a:solidFill>
                  </a:tcPr>
                </a:tc>
                <a:tc>
                  <a:txBody>
                    <a:bodyPr wrap="square" lIns="76200" tIns="76200" rIns="76200" bIns="76200">
                      <a:normAutofit/>
                    </a:bodyPr>
                    <a:lstStyle/>
                    <a:p>
                      <a:r>
                        <a:rPr sz="1350" b="0">
                          <a:solidFill>
                            <a:srgbClr val="F2F7FA"/>
                          </a:solidFill>
                          <a:latin typeface="Arial"/>
                          <a:ea typeface="Arial"/>
                          <a:cs typeface="Arial"/>
                        </a:rPr>
                        <a:t>60 s / 60 s</a:t>
                      </a:r>
                    </a:p>
                  </a:txBody>
                  <a:tcPr marL="91440" marR="91440" marT="45720" marB="45720" anchor="ctr">
                    <a:solidFill>
                      <a:srgbClr val="102332"/>
                    </a:solidFill>
                  </a:tcPr>
                </a:tc>
                <a:tc>
                  <a:txBody>
                    <a:bodyPr wrap="square" lIns="76200" tIns="76200" rIns="76200" bIns="76200">
                      <a:normAutofit/>
                    </a:bodyPr>
                    <a:lstStyle/>
                    <a:p>
                      <a:r>
                        <a:rPr sz="1350" b="0">
                          <a:solidFill>
                            <a:srgbClr val="F2F7FA"/>
                          </a:solidFill>
                          <a:latin typeface="Arial"/>
                          <a:ea typeface="Arial"/>
                          <a:cs typeface="Arial"/>
                        </a:rPr>
                        <a:t>2 matched synthetic windows</a:t>
                      </a:r>
                    </a:p>
                  </a:txBody>
                  <a:tcPr marL="91440" marR="91440" marT="45720" marB="45720" anchor="ctr">
                    <a:solidFill>
                      <a:srgbClr val="102332"/>
                    </a:solidFill>
                  </a:tcPr>
                </a:tc>
              </a:tr>
              <a:tr h="384175">
                <a:tc>
                  <a:txBody>
                    <a:bodyPr wrap="square" lIns="76200" tIns="76200" rIns="76200" bIns="76200">
                      <a:normAutofit/>
                    </a:bodyPr>
                    <a:lstStyle/>
                    <a:p>
                      <a:r>
                        <a:rPr sz="1350" b="1">
                          <a:solidFill>
                            <a:srgbClr val="F2F7FA"/>
                          </a:solidFill>
                          <a:latin typeface="Arial"/>
                          <a:ea typeface="Arial"/>
                          <a:cs typeface="Arial"/>
                        </a:rPr>
                        <a:t>Mean process time</a:t>
                      </a:r>
                    </a:p>
                  </a:txBody>
                  <a:tcPr marL="91440" marR="91440" marT="45720" marB="45720" anchor="ctr">
                    <a:solidFill>
                      <a:srgbClr val="132A3A"/>
                    </a:solidFill>
                  </a:tcPr>
                </a:tc>
                <a:tc>
                  <a:txBody>
                    <a:bodyPr wrap="square" lIns="76200" tIns="76200" rIns="76200" bIns="76200">
                      <a:normAutofit/>
                    </a:bodyPr>
                    <a:lstStyle/>
                    <a:p>
                      <a:r>
                        <a:rPr sz="1350" b="0">
                          <a:solidFill>
                            <a:srgbClr val="F2F7FA"/>
                          </a:solidFill>
                          <a:latin typeface="Arial"/>
                          <a:ea typeface="Arial"/>
                          <a:cs typeface="Arial"/>
                        </a:rPr>
                        <a:t>14.79 µs / point</a:t>
                      </a:r>
                    </a:p>
                  </a:txBody>
                  <a:tcPr marL="91440" marR="91440" marT="45720" marB="45720" anchor="ctr">
                    <a:solidFill>
                      <a:srgbClr val="132A3A"/>
                    </a:solidFill>
                  </a:tcPr>
                </a:tc>
                <a:tc>
                  <a:txBody>
                    <a:bodyPr wrap="square" lIns="76200" tIns="76200" rIns="76200" bIns="76200">
                      <a:normAutofit/>
                    </a:bodyPr>
                    <a:lstStyle/>
                    <a:p>
                      <a:r>
                        <a:rPr sz="1350" b="0">
                          <a:solidFill>
                            <a:srgbClr val="F2F7FA"/>
                          </a:solidFill>
                          <a:latin typeface="Arial"/>
                          <a:ea typeface="Arial"/>
                          <a:cs typeface="Arial"/>
                        </a:rPr>
                        <a:t>One run; process() only</a:t>
                      </a:r>
                    </a:p>
                  </a:txBody>
                  <a:tcPr marL="91440" marR="91440" marT="45720" marB="45720" anchor="ctr">
                    <a:solidFill>
                      <a:srgbClr val="132A3A"/>
                    </a:solidFill>
                  </a:tcPr>
                </a:tc>
              </a:tr>
              <a:tr h="384175">
                <a:tc>
                  <a:txBody>
                    <a:bodyPr wrap="square" lIns="76200" tIns="76200" rIns="76200" bIns="76200">
                      <a:normAutofit/>
                    </a:bodyPr>
                    <a:lstStyle/>
                    <a:p>
                      <a:r>
                        <a:rPr sz="1350" b="1">
                          <a:solidFill>
                            <a:srgbClr val="F2F7FA"/>
                          </a:solidFill>
                          <a:latin typeface="Arial"/>
                          <a:ea typeface="Arial"/>
                          <a:cs typeface="Arial"/>
                        </a:rPr>
                        <a:t>Detector total time</a:t>
                      </a:r>
                    </a:p>
                  </a:txBody>
                  <a:tcPr marL="91440" marR="91440" marT="45720" marB="45720" anchor="ctr">
                    <a:solidFill>
                      <a:srgbClr val="102332"/>
                    </a:solidFill>
                  </a:tcPr>
                </a:tc>
                <a:tc>
                  <a:txBody>
                    <a:bodyPr wrap="square" lIns="76200" tIns="76200" rIns="76200" bIns="76200">
                      <a:normAutofit/>
                    </a:bodyPr>
                    <a:lstStyle/>
                    <a:p>
                      <a:r>
                        <a:rPr sz="1350" b="0">
                          <a:solidFill>
                            <a:srgbClr val="F2F7FA"/>
                          </a:solidFill>
                          <a:latin typeface="Arial"/>
                          <a:ea typeface="Arial"/>
                          <a:cs typeface="Arial"/>
                        </a:rPr>
                        <a:t>1,774,600 ns</a:t>
                      </a:r>
                    </a:p>
                  </a:txBody>
                  <a:tcPr marL="91440" marR="91440" marT="45720" marB="45720" anchor="ctr">
                    <a:solidFill>
                      <a:srgbClr val="102332"/>
                    </a:solidFill>
                  </a:tcPr>
                </a:tc>
                <a:tc>
                  <a:txBody>
                    <a:bodyPr wrap="square" lIns="76200" tIns="76200" rIns="76200" bIns="76200">
                      <a:normAutofit/>
                    </a:bodyPr>
                    <a:lstStyle/>
                    <a:p>
                      <a:r>
                        <a:rPr sz="1350" b="0">
                          <a:solidFill>
                            <a:srgbClr val="F2F7FA"/>
                          </a:solidFill>
                          <a:latin typeface="Arial"/>
                          <a:ea typeface="Arial"/>
                          <a:cs typeface="Arial"/>
                        </a:rPr>
                        <a:t>Python 3.13.5 · Windows 11</a:t>
                      </a:r>
                    </a:p>
                  </a:txBody>
                  <a:tcPr marL="91440" marR="91440" marT="45720" marB="45720" anchor="ctr">
                    <a:solidFill>
                      <a:srgbClr val="102332"/>
                    </a:solidFill>
                  </a:tcPr>
                </a:tc>
              </a:tr>
              <a:tr h="384175">
                <a:tc>
                  <a:txBody>
                    <a:bodyPr wrap="square" lIns="76200" tIns="76200" rIns="76200" bIns="76200">
                      <a:normAutofit/>
                    </a:bodyPr>
                    <a:lstStyle/>
                    <a:p>
                      <a:r>
                        <a:rPr sz="1350" b="1">
                          <a:solidFill>
                            <a:srgbClr val="F2F7FA"/>
                          </a:solidFill>
                          <a:latin typeface="Arial"/>
                          <a:ea typeface="Arial"/>
                          <a:cs typeface="Arial"/>
                        </a:rPr>
                        <a:t>Official metric / result</a:t>
                      </a:r>
                    </a:p>
                  </a:txBody>
                  <a:tcPr marL="91440" marR="91440" marT="45720" marB="45720" anchor="ctr">
                    <a:solidFill>
                      <a:srgbClr val="132A3A"/>
                    </a:solidFill>
                  </a:tcPr>
                </a:tc>
                <a:tc>
                  <a:txBody>
                    <a:bodyPr wrap="square" lIns="76200" tIns="76200" rIns="76200" bIns="76200">
                      <a:normAutofit/>
                    </a:bodyPr>
                    <a:lstStyle/>
                    <a:p>
                      <a:r>
                        <a:rPr sz="1350" b="0">
                          <a:solidFill>
                            <a:srgbClr val="F2F7FA"/>
                          </a:solidFill>
                          <a:latin typeface="Arial"/>
                          <a:ea typeface="Arial"/>
                          <a:cs typeface="Arial"/>
                        </a:rPr>
                        <a:t>Unavailable / not run</a:t>
                      </a:r>
                    </a:p>
                  </a:txBody>
                  <a:tcPr marL="91440" marR="91440" marT="45720" marB="45720" anchor="ctr">
                    <a:solidFill>
                      <a:srgbClr val="132A3A"/>
                    </a:solidFill>
                  </a:tcPr>
                </a:tc>
                <a:tc>
                  <a:txBody>
                    <a:bodyPr wrap="square" lIns="76200" tIns="76200" rIns="76200" bIns="76200">
                      <a:normAutofit/>
                    </a:bodyPr>
                    <a:lstStyle/>
                    <a:p>
                      <a:r>
                        <a:rPr sz="1350" b="0">
                          <a:solidFill>
                            <a:srgbClr val="F2F7FA"/>
                          </a:solidFill>
                          <a:latin typeface="Arial"/>
                          <a:ea typeface="Arial"/>
                          <a:cs typeface="Arial"/>
                        </a:rPr>
                        <a:t>organizer assets and scorer missing</a:t>
                      </a:r>
                    </a:p>
                  </a:txBody>
                  <a:tcPr marL="91440" marR="91440" marT="45720" marB="45720" anchor="ctr">
                    <a:solidFill>
                      <a:srgbClr val="132A3A"/>
                    </a:solidFill>
                  </a:tcPr>
                </a:tc>
              </a:tr>
            </a:tbl>
          </a:graphicData>
        </a:graphic>
      </p:graphicFrame>
      <p:sp>
        <p:nvSpPr>
          <p:cNvPr id="7" name="">
            <a:extLst xmlns:a="http://schemas.openxmlformats.org/drawingml/2006/main">
              <a:ext uri="{FF2B5EF4-FFF2-40B4-BE49-F238E27FC236}">
                <a16:creationId xmlns:a16="http://schemas.microsoft.com/office/drawing/2014/main" id="{2107224D-963C-470F-986B-B53028CBE2B8}"/>
              </a:ext>
            </a:extLst>
          </p:cNvPr>
          <p:cNvSpPr>
            <a:spLocks xmlns:a="http://schemas.openxmlformats.org/drawingml/2006/main" noGrp="1"/>
          </p:cNvSpPr>
          <p:nvPr/>
        </p:nvSpPr>
        <p:spPr>
          <a:xfrm xmlns:a="http://schemas.openxmlformats.org/drawingml/2006/main">
            <a:off x="685800" y="5572125"/>
            <a:ext cx="10763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B2C4CF"/>
                </a:solidFill>
                <a:latin typeface="Arial"/>
                <a:ea typeface="Arial"/>
                <a:cs typeface="Arial"/>
              </a:defRPr>
            </a:defPPr>
            <a:lvl1pPr algn="l">
              <a:defRPr sz="1350" b="0">
                <a:solidFill>
                  <a:srgbClr val="B2C4CF"/>
                </a:solidFill>
                <a:latin typeface="Arial"/>
                <a:ea typeface="Arial"/>
                <a:cs typeface="Arial"/>
              </a:defRPr>
            </a:lvl1pPr>
            <a:lvl2pPr algn="l">
              <a:defRPr sz="1350" b="0">
                <a:solidFill>
                  <a:srgbClr val="B2C4CF"/>
                </a:solidFill>
                <a:latin typeface="Arial"/>
                <a:ea typeface="Arial"/>
                <a:cs typeface="Arial"/>
              </a:defRPr>
            </a:lvl2pPr>
            <a:lvl3pPr algn="l">
              <a:defRPr sz="1350" b="0">
                <a:solidFill>
                  <a:srgbClr val="B2C4CF"/>
                </a:solidFill>
                <a:latin typeface="Arial"/>
                <a:ea typeface="Arial"/>
                <a:cs typeface="Arial"/>
              </a:defRPr>
            </a:lvl3pPr>
            <a:lvl4pPr algn="l">
              <a:defRPr sz="1350" b="0">
                <a:solidFill>
                  <a:srgbClr val="B2C4CF"/>
                </a:solidFill>
                <a:latin typeface="Arial"/>
                <a:ea typeface="Arial"/>
                <a:cs typeface="Arial"/>
              </a:defRPr>
            </a:lvl4pPr>
            <a:lvl5pPr algn="l">
              <a:defRPr sz="1350" b="0">
                <a:solidFill>
                  <a:srgbClr val="B2C4CF"/>
                </a:solidFill>
                <a:latin typeface="Arial"/>
                <a:ea typeface="Arial"/>
                <a:cs typeface="Arial"/>
              </a:defRPr>
            </a:lvl5pPr>
            <a:lvl6pPr algn="l">
              <a:defRPr sz="1350" b="0">
                <a:solidFill>
                  <a:srgbClr val="B2C4CF"/>
                </a:solidFill>
                <a:latin typeface="Arial"/>
                <a:ea typeface="Arial"/>
                <a:cs typeface="Arial"/>
              </a:defRPr>
            </a:lvl6pPr>
            <a:lvl7pPr algn="l">
              <a:defRPr sz="1350" b="0">
                <a:solidFill>
                  <a:srgbClr val="B2C4CF"/>
                </a:solidFill>
                <a:latin typeface="Arial"/>
                <a:ea typeface="Arial"/>
                <a:cs typeface="Arial"/>
              </a:defRPr>
            </a:lvl7pPr>
            <a:lvl8pPr algn="l">
              <a:defRPr sz="1350" b="0">
                <a:solidFill>
                  <a:srgbClr val="B2C4CF"/>
                </a:solidFill>
                <a:latin typeface="Arial"/>
                <a:ea typeface="Arial"/>
                <a:cs typeface="Arial"/>
              </a:defRPr>
            </a:lvl8pPr>
            <a:lvl9pPr algn="l">
              <a:defRPr sz="1350" b="0">
                <a:solidFill>
                  <a:srgbClr val="B2C4CF"/>
                </a:solidFill>
                <a:latin typeface="Arial"/>
                <a:ea typeface="Arial"/>
                <a:cs typeface="Arial"/>
              </a:defRPr>
            </a:lvl9pPr>
          </a:lstStyle>
          <a:p xmlns:a="http://schemas.openxmlformats.org/drawingml/2006/main">
            <a:pPr algn="l">
              <a:defRPr sz="1350" b="0">
                <a:solidFill>
                  <a:srgbClr val="B2C4CF"/>
                </a:solidFill>
                <a:latin typeface="Arial"/>
                <a:ea typeface="Arial"/>
                <a:cs typeface="Arial"/>
              </a:defRPr>
            </a:pPr>
            <a:r>
              <a:rPr sz="1350" b="0">
                <a:solidFill>
                  <a:srgbClr val="B2C4CF"/>
                </a:solidFill>
                <a:latin typeface="Arial"/>
                <a:ea typeface="Arial"/>
                <a:cs typeface="Arial"/>
              </a:rPr>
              <a:t>Point timing shown in manifest is process() only and explicitly marked “not a benchmark.” No cross-model ranking is claimed.</a:t>
            </a:r>
          </a:p>
        </p:txBody>
      </p:sp>
    </p:spTree>
    <p:extLst>
      <p:ext uri="{BB962C8B-B14F-4D97-AF65-F5344CB8AC3E}">
        <p14:creationId xmlns:p14="http://schemas.microsoft.com/office/powerpoint/2010/main" val="1686982121"/>
      </p:ext>
    </p:extLst>
  </p:cSld>
</p:sld>
</file>

<file path=ppt/slides/slide9.xml><?xml version="1.0" encoding="utf-8"?>
<p:sld xmlns:p="http://schemas.openxmlformats.org/presentationml/2006/main">
  <p:cSld>
    <p:bg>
      <p:bgPr>
        <a:solidFill xmlns:a="http://schemas.openxmlformats.org/drawingml/2006/main">
          <a:srgbClr val="07131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87068C36-B5F2-4799-B86B-5098D56DBD09}"/>
              </a:ext>
            </a:extLst>
          </p:cNvPr>
          <p:cNvSpPr>
            <a:spLocks xmlns:a="http://schemas.openxmlformats.org/drawingml/2006/main" noGrp="1"/>
          </p:cNvSpPr>
          <p:nvPr/>
        </p:nvSpPr>
        <p:spPr>
          <a:xfrm xmlns:a="http://schemas.openxmlformats.org/drawingml/2006/main">
            <a:off x="609600" y="247650"/>
            <a:ext cx="876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36D9D0"/>
                </a:solidFill>
                <a:latin typeface="Arial"/>
                <a:ea typeface="Arial"/>
                <a:cs typeface="Arial"/>
              </a:defRPr>
            </a:defPPr>
            <a:lvl1pPr algn="l">
              <a:defRPr sz="1125" b="1">
                <a:solidFill>
                  <a:srgbClr val="36D9D0"/>
                </a:solidFill>
                <a:latin typeface="Arial"/>
                <a:ea typeface="Arial"/>
                <a:cs typeface="Arial"/>
              </a:defRPr>
            </a:lvl1pPr>
            <a:lvl2pPr algn="l">
              <a:defRPr sz="1125" b="1">
                <a:solidFill>
                  <a:srgbClr val="36D9D0"/>
                </a:solidFill>
                <a:latin typeface="Arial"/>
                <a:ea typeface="Arial"/>
                <a:cs typeface="Arial"/>
              </a:defRPr>
            </a:lvl2pPr>
            <a:lvl3pPr algn="l">
              <a:defRPr sz="1125" b="1">
                <a:solidFill>
                  <a:srgbClr val="36D9D0"/>
                </a:solidFill>
                <a:latin typeface="Arial"/>
                <a:ea typeface="Arial"/>
                <a:cs typeface="Arial"/>
              </a:defRPr>
            </a:lvl3pPr>
            <a:lvl4pPr algn="l">
              <a:defRPr sz="1125" b="1">
                <a:solidFill>
                  <a:srgbClr val="36D9D0"/>
                </a:solidFill>
                <a:latin typeface="Arial"/>
                <a:ea typeface="Arial"/>
                <a:cs typeface="Arial"/>
              </a:defRPr>
            </a:lvl4pPr>
            <a:lvl5pPr algn="l">
              <a:defRPr sz="1125" b="1">
                <a:solidFill>
                  <a:srgbClr val="36D9D0"/>
                </a:solidFill>
                <a:latin typeface="Arial"/>
                <a:ea typeface="Arial"/>
                <a:cs typeface="Arial"/>
              </a:defRPr>
            </a:lvl5pPr>
            <a:lvl6pPr algn="l">
              <a:defRPr sz="1125" b="1">
                <a:solidFill>
                  <a:srgbClr val="36D9D0"/>
                </a:solidFill>
                <a:latin typeface="Arial"/>
                <a:ea typeface="Arial"/>
                <a:cs typeface="Arial"/>
              </a:defRPr>
            </a:lvl6pPr>
            <a:lvl7pPr algn="l">
              <a:defRPr sz="1125" b="1">
                <a:solidFill>
                  <a:srgbClr val="36D9D0"/>
                </a:solidFill>
                <a:latin typeface="Arial"/>
                <a:ea typeface="Arial"/>
                <a:cs typeface="Arial"/>
              </a:defRPr>
            </a:lvl7pPr>
            <a:lvl8pPr algn="l">
              <a:defRPr sz="1125" b="1">
                <a:solidFill>
                  <a:srgbClr val="36D9D0"/>
                </a:solidFill>
                <a:latin typeface="Arial"/>
                <a:ea typeface="Arial"/>
                <a:cs typeface="Arial"/>
              </a:defRPr>
            </a:lvl8pPr>
            <a:lvl9pPr algn="l">
              <a:defRPr sz="1125" b="1">
                <a:solidFill>
                  <a:srgbClr val="36D9D0"/>
                </a:solidFill>
                <a:latin typeface="Arial"/>
                <a:ea typeface="Arial"/>
                <a:cs typeface="Arial"/>
              </a:defRPr>
            </a:lvl9pPr>
          </a:lstStyle>
          <a:p xmlns:a="http://schemas.openxmlformats.org/drawingml/2006/main">
            <a:pPr algn="l">
              <a:defRPr sz="1125" b="1">
                <a:solidFill>
                  <a:srgbClr val="36D9D0"/>
                </a:solidFill>
                <a:latin typeface="Arial"/>
                <a:ea typeface="Arial"/>
                <a:cs typeface="Arial"/>
              </a:defRPr>
            </a:pPr>
            <a:r>
              <a:rPr sz="1125" b="1">
                <a:solidFill>
                  <a:srgbClr val="36D9D0"/>
                </a:solidFill>
                <a:latin typeface="Arial"/>
                <a:ea typeface="Arial"/>
                <a:cs typeface="Arial"/>
              </a:rPr>
              <a:t>SENTINEL PULSE   /   DEMO</a:t>
            </a:r>
          </a:p>
        </p:txBody>
      </p:sp>
      <p:sp>
        <p:nvSpPr>
          <p:cNvPr id="2" name="">
            <a:extLst xmlns:a="http://schemas.openxmlformats.org/drawingml/2006/main">
              <a:ext uri="{FF2B5EF4-FFF2-40B4-BE49-F238E27FC236}">
                <a16:creationId xmlns:a16="http://schemas.microsoft.com/office/drawing/2014/main" id="{ABF7A561-FEC8-4D57-8E76-EB66228D222B}"/>
              </a:ext>
            </a:extLst>
          </p:cNvPr>
          <p:cNvSpPr>
            <a:spLocks xmlns:a="http://schemas.openxmlformats.org/drawingml/2006/main" noGrp="1"/>
          </p:cNvSpPr>
          <p:nvPr/>
        </p:nvSpPr>
        <p:spPr>
          <a:xfrm xmlns:a="http://schemas.openxmlformats.org/drawingml/2006/main">
            <a:off x="609600" y="590550"/>
            <a:ext cx="10972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700" b="1">
                <a:solidFill>
                  <a:srgbClr val="F2F7FA"/>
                </a:solidFill>
                <a:latin typeface="Arial"/>
                <a:ea typeface="Arial"/>
                <a:cs typeface="Arial"/>
              </a:defRPr>
            </a:defPPr>
            <a:lvl1pPr algn="l">
              <a:defRPr sz="2700" b="1">
                <a:solidFill>
                  <a:srgbClr val="F2F7FA"/>
                </a:solidFill>
                <a:latin typeface="Arial"/>
                <a:ea typeface="Arial"/>
                <a:cs typeface="Arial"/>
              </a:defRPr>
            </a:lvl1pPr>
            <a:lvl2pPr algn="l">
              <a:defRPr sz="2700" b="1">
                <a:solidFill>
                  <a:srgbClr val="F2F7FA"/>
                </a:solidFill>
                <a:latin typeface="Arial"/>
                <a:ea typeface="Arial"/>
                <a:cs typeface="Arial"/>
              </a:defRPr>
            </a:lvl2pPr>
            <a:lvl3pPr algn="l">
              <a:defRPr sz="2700" b="1">
                <a:solidFill>
                  <a:srgbClr val="F2F7FA"/>
                </a:solidFill>
                <a:latin typeface="Arial"/>
                <a:ea typeface="Arial"/>
                <a:cs typeface="Arial"/>
              </a:defRPr>
            </a:lvl3pPr>
            <a:lvl4pPr algn="l">
              <a:defRPr sz="2700" b="1">
                <a:solidFill>
                  <a:srgbClr val="F2F7FA"/>
                </a:solidFill>
                <a:latin typeface="Arial"/>
                <a:ea typeface="Arial"/>
                <a:cs typeface="Arial"/>
              </a:defRPr>
            </a:lvl4pPr>
            <a:lvl5pPr algn="l">
              <a:defRPr sz="2700" b="1">
                <a:solidFill>
                  <a:srgbClr val="F2F7FA"/>
                </a:solidFill>
                <a:latin typeface="Arial"/>
                <a:ea typeface="Arial"/>
                <a:cs typeface="Arial"/>
              </a:defRPr>
            </a:lvl5pPr>
            <a:lvl6pPr algn="l">
              <a:defRPr sz="2700" b="1">
                <a:solidFill>
                  <a:srgbClr val="F2F7FA"/>
                </a:solidFill>
                <a:latin typeface="Arial"/>
                <a:ea typeface="Arial"/>
                <a:cs typeface="Arial"/>
              </a:defRPr>
            </a:lvl6pPr>
            <a:lvl7pPr algn="l">
              <a:defRPr sz="2700" b="1">
                <a:solidFill>
                  <a:srgbClr val="F2F7FA"/>
                </a:solidFill>
                <a:latin typeface="Arial"/>
                <a:ea typeface="Arial"/>
                <a:cs typeface="Arial"/>
              </a:defRPr>
            </a:lvl7pPr>
            <a:lvl8pPr algn="l">
              <a:defRPr sz="2700" b="1">
                <a:solidFill>
                  <a:srgbClr val="F2F7FA"/>
                </a:solidFill>
                <a:latin typeface="Arial"/>
                <a:ea typeface="Arial"/>
                <a:cs typeface="Arial"/>
              </a:defRPr>
            </a:lvl8pPr>
            <a:lvl9pPr algn="l">
              <a:defRPr sz="2700" b="1">
                <a:solidFill>
                  <a:srgbClr val="F2F7FA"/>
                </a:solidFill>
                <a:latin typeface="Arial"/>
                <a:ea typeface="Arial"/>
                <a:cs typeface="Arial"/>
              </a:defRPr>
            </a:lvl9pPr>
          </a:lstStyle>
          <a:p xmlns:a="http://schemas.openxmlformats.org/drawingml/2006/main">
            <a:pPr algn="l">
              <a:defRPr sz="2700" b="1">
                <a:solidFill>
                  <a:srgbClr val="F2F7FA"/>
                </a:solidFill>
                <a:latin typeface="Arial"/>
                <a:ea typeface="Arial"/>
                <a:cs typeface="Arial"/>
              </a:defRPr>
            </a:pPr>
            <a:r>
              <a:rPr sz="2700" b="1">
                <a:solidFill>
                  <a:srgbClr val="F2F7FA"/>
                </a:solidFill>
                <a:latin typeface="Arial"/>
                <a:ea typeface="Arial"/>
                <a:cs typeface="Arial"/>
              </a:rPr>
              <a:t>A reviewer can follow each alert back to its numbers</a:t>
            </a:r>
          </a:p>
        </p:txBody>
      </p:sp>
      <p:sp>
        <p:nvSpPr>
          <p:cNvPr id="3" name="">
            <a:extLst xmlns:a="http://schemas.openxmlformats.org/drawingml/2006/main">
              <a:ext uri="{FF2B5EF4-FFF2-40B4-BE49-F238E27FC236}">
                <a16:creationId xmlns:a16="http://schemas.microsoft.com/office/drawing/2014/main" id="{BB0869D5-E6EE-4C0A-A7B1-8FEBD78CC721}"/>
              </a:ext>
            </a:extLst>
          </p:cNvPr>
          <p:cNvSpPr>
            <a:spLocks xmlns:a="http://schemas.openxmlformats.org/drawingml/2006/main" noGrp="1"/>
          </p:cNvSpPr>
          <p:nvPr/>
        </p:nvSpPr>
        <p:spPr>
          <a:xfrm xmlns:a="http://schemas.openxmlformats.org/drawingml/2006/main">
            <a:off x="609600" y="1200150"/>
            <a:ext cx="10972800" cy="9525"/>
          </a:xfrm>
          <a:prstGeom xmlns:a="http://schemas.openxmlformats.org/drawingml/2006/main" prst="rect">
            <a:avLst/>
          </a:prstGeom>
          <a:solidFill xmlns:a="http://schemas.openxmlformats.org/drawingml/2006/main">
            <a:srgbClr val="284455"/>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43BA375-7096-487E-8A4E-140909BDD333}"/>
              </a:ext>
            </a:extLst>
          </p:cNvPr>
          <p:cNvSpPr>
            <a:spLocks xmlns:a="http://schemas.openxmlformats.org/drawingml/2006/main" noGrp="1"/>
          </p:cNvSpPr>
          <p:nvPr/>
        </p:nvSpPr>
        <p:spPr>
          <a:xfrm xmlns:a="http://schemas.openxmlformats.org/drawingml/2006/main">
            <a:off x="609600" y="6496050"/>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00" b="0">
                <a:solidFill>
                  <a:srgbClr val="B2C4CF"/>
                </a:solidFill>
                <a:latin typeface="Arial"/>
                <a:ea typeface="Arial"/>
                <a:cs typeface="Arial"/>
              </a:defRPr>
            </a:defPPr>
            <a:lvl1pPr algn="r">
              <a:defRPr sz="900" b="0">
                <a:solidFill>
                  <a:srgbClr val="B2C4CF"/>
                </a:solidFill>
                <a:latin typeface="Arial"/>
                <a:ea typeface="Arial"/>
                <a:cs typeface="Arial"/>
              </a:defRPr>
            </a:lvl1pPr>
            <a:lvl2pPr algn="r">
              <a:defRPr sz="900" b="0">
                <a:solidFill>
                  <a:srgbClr val="B2C4CF"/>
                </a:solidFill>
                <a:latin typeface="Arial"/>
                <a:ea typeface="Arial"/>
                <a:cs typeface="Arial"/>
              </a:defRPr>
            </a:lvl2pPr>
            <a:lvl3pPr algn="r">
              <a:defRPr sz="900" b="0">
                <a:solidFill>
                  <a:srgbClr val="B2C4CF"/>
                </a:solidFill>
                <a:latin typeface="Arial"/>
                <a:ea typeface="Arial"/>
                <a:cs typeface="Arial"/>
              </a:defRPr>
            </a:lvl3pPr>
            <a:lvl4pPr algn="r">
              <a:defRPr sz="900" b="0">
                <a:solidFill>
                  <a:srgbClr val="B2C4CF"/>
                </a:solidFill>
                <a:latin typeface="Arial"/>
                <a:ea typeface="Arial"/>
                <a:cs typeface="Arial"/>
              </a:defRPr>
            </a:lvl4pPr>
            <a:lvl5pPr algn="r">
              <a:defRPr sz="900" b="0">
                <a:solidFill>
                  <a:srgbClr val="B2C4CF"/>
                </a:solidFill>
                <a:latin typeface="Arial"/>
                <a:ea typeface="Arial"/>
                <a:cs typeface="Arial"/>
              </a:defRPr>
            </a:lvl5pPr>
            <a:lvl6pPr algn="r">
              <a:defRPr sz="900" b="0">
                <a:solidFill>
                  <a:srgbClr val="B2C4CF"/>
                </a:solidFill>
                <a:latin typeface="Arial"/>
                <a:ea typeface="Arial"/>
                <a:cs typeface="Arial"/>
              </a:defRPr>
            </a:lvl6pPr>
            <a:lvl7pPr algn="r">
              <a:defRPr sz="900" b="0">
                <a:solidFill>
                  <a:srgbClr val="B2C4CF"/>
                </a:solidFill>
                <a:latin typeface="Arial"/>
                <a:ea typeface="Arial"/>
                <a:cs typeface="Arial"/>
              </a:defRPr>
            </a:lvl7pPr>
            <a:lvl8pPr algn="r">
              <a:defRPr sz="900" b="0">
                <a:solidFill>
                  <a:srgbClr val="B2C4CF"/>
                </a:solidFill>
                <a:latin typeface="Arial"/>
                <a:ea typeface="Arial"/>
                <a:cs typeface="Arial"/>
              </a:defRPr>
            </a:lvl8pPr>
            <a:lvl9pPr algn="r">
              <a:defRPr sz="900" b="0">
                <a:solidFill>
                  <a:srgbClr val="B2C4CF"/>
                </a:solidFill>
                <a:latin typeface="Arial"/>
                <a:ea typeface="Arial"/>
                <a:cs typeface="Arial"/>
              </a:defRPr>
            </a:lvl9pPr>
          </a:lstStyle>
          <a:p xmlns:a="http://schemas.openxmlformats.org/drawingml/2006/main">
            <a:pPr algn="r">
              <a:defRPr sz="900" b="0">
                <a:solidFill>
                  <a:srgbClr val="B2C4CF"/>
                </a:solidFill>
                <a:latin typeface="Arial"/>
                <a:ea typeface="Arial"/>
                <a:cs typeface="Arial"/>
              </a:defRPr>
            </a:pPr>
            <a:r>
              <a:rPr sz="900" b="0">
                <a:solidFill>
                  <a:srgbClr val="B2C4CF"/>
                </a:solidFill>
                <a:latin typeface="Arial"/>
                <a:ea typeface="Arial"/>
                <a:cs typeface="Arial"/>
              </a:rPr>
              <a:t>UTKRISHTA 2026  ·  CHALLENGE 2  ·  09 / 10</a:t>
            </a:r>
          </a:p>
        </p:txBody>
      </p:sp>
      <p:sp>
        <p:nvSpPr>
          <p:cNvPr id="5" name="">
            <a:extLst xmlns:a="http://schemas.openxmlformats.org/drawingml/2006/main">
              <a:ext uri="{FF2B5EF4-FFF2-40B4-BE49-F238E27FC236}">
                <a16:creationId xmlns:a16="http://schemas.microsoft.com/office/drawing/2014/main" id="{C46C30AB-5523-4CAF-97FB-F77F61440B15}"/>
              </a:ext>
            </a:extLst>
          </p:cNvPr>
          <p:cNvSpPr>
            <a:spLocks xmlns:a="http://schemas.openxmlformats.org/drawingml/2006/main" noGrp="1"/>
          </p:cNvSpPr>
          <p:nvPr/>
        </p:nvSpPr>
        <p:spPr>
          <a:xfrm xmlns:a="http://schemas.openxmlformats.org/drawingml/2006/main">
            <a:off x="647700" y="1504950"/>
            <a:ext cx="6572250" cy="3905250"/>
          </a:xfrm>
          <a:prstGeom xmlns:a="http://schemas.openxmlformats.org/drawingml/2006/main" prst="roundRect">
            <a:avLst>
              <a:gd name="adj" fmla="val 1951"/>
            </a:avLst>
          </a:prstGeom>
          <a:solidFill xmlns:a="http://schemas.openxmlformats.org/drawingml/2006/main">
            <a:srgbClr val="102332"/>
          </a:solidFill>
          <a:ln xmlns:a="http://schemas.openxmlformats.org/drawingml/2006/main" w="9525">
            <a:solidFill>
              <a:srgbClr val="284455"/>
            </a:solidFill>
            <a:prstDash val="solid"/>
          </a:ln>
        </p:spPr>
      </p:sp>
      <p:sp>
        <p:nvSpPr>
          <p:cNvPr id="6" name="">
            <a:extLst xmlns:a="http://schemas.openxmlformats.org/drawingml/2006/main">
              <a:ext uri="{FF2B5EF4-FFF2-40B4-BE49-F238E27FC236}">
                <a16:creationId xmlns:a16="http://schemas.microsoft.com/office/drawing/2014/main" id="{367F62F6-DE48-4684-B177-884065216B63}"/>
              </a:ext>
            </a:extLst>
          </p:cNvPr>
          <p:cNvSpPr>
            <a:spLocks xmlns:a="http://schemas.openxmlformats.org/drawingml/2006/main" noGrp="1"/>
          </p:cNvSpPr>
          <p:nvPr/>
        </p:nvSpPr>
        <p:spPr>
          <a:xfrm xmlns:a="http://schemas.openxmlformats.org/drawingml/2006/main">
            <a:off x="647700" y="1504950"/>
            <a:ext cx="38100" cy="3905250"/>
          </a:xfrm>
          <a:prstGeom xmlns:a="http://schemas.openxmlformats.org/drawingml/2006/main" prst="rect">
            <a:avLst/>
          </a:prstGeom>
          <a:solidFill xmlns:a="http://schemas.openxmlformats.org/drawingml/2006/main">
            <a:srgbClr val="36D9D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8A9394B5-39B9-4237-BF7D-C833CA2A1332}"/>
              </a:ext>
            </a:extLst>
          </p:cNvPr>
          <p:cNvSpPr>
            <a:spLocks xmlns:a="http://schemas.openxmlformats.org/drawingml/2006/main" noGrp="1"/>
          </p:cNvSpPr>
          <p:nvPr/>
        </p:nvSpPr>
        <p:spPr>
          <a:xfrm xmlns:a="http://schemas.openxmlformats.org/drawingml/2006/main">
            <a:off x="895350" y="1714500"/>
            <a:ext cx="59626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36D9D0"/>
                </a:solidFill>
                <a:latin typeface="Arial"/>
                <a:ea typeface="Arial"/>
                <a:cs typeface="Arial"/>
              </a:defRPr>
            </a:defPPr>
            <a:lvl1pPr algn="l">
              <a:defRPr sz="1200" b="1">
                <a:solidFill>
                  <a:srgbClr val="36D9D0"/>
                </a:solidFill>
                <a:latin typeface="Arial"/>
                <a:ea typeface="Arial"/>
                <a:cs typeface="Arial"/>
              </a:defRPr>
            </a:lvl1pPr>
            <a:lvl2pPr algn="l">
              <a:defRPr sz="1200" b="1">
                <a:solidFill>
                  <a:srgbClr val="36D9D0"/>
                </a:solidFill>
                <a:latin typeface="Arial"/>
                <a:ea typeface="Arial"/>
                <a:cs typeface="Arial"/>
              </a:defRPr>
            </a:lvl2pPr>
            <a:lvl3pPr algn="l">
              <a:defRPr sz="1200" b="1">
                <a:solidFill>
                  <a:srgbClr val="36D9D0"/>
                </a:solidFill>
                <a:latin typeface="Arial"/>
                <a:ea typeface="Arial"/>
                <a:cs typeface="Arial"/>
              </a:defRPr>
            </a:lvl3pPr>
            <a:lvl4pPr algn="l">
              <a:defRPr sz="1200" b="1">
                <a:solidFill>
                  <a:srgbClr val="36D9D0"/>
                </a:solidFill>
                <a:latin typeface="Arial"/>
                <a:ea typeface="Arial"/>
                <a:cs typeface="Arial"/>
              </a:defRPr>
            </a:lvl4pPr>
            <a:lvl5pPr algn="l">
              <a:defRPr sz="1200" b="1">
                <a:solidFill>
                  <a:srgbClr val="36D9D0"/>
                </a:solidFill>
                <a:latin typeface="Arial"/>
                <a:ea typeface="Arial"/>
                <a:cs typeface="Arial"/>
              </a:defRPr>
            </a:lvl5pPr>
            <a:lvl6pPr algn="l">
              <a:defRPr sz="1200" b="1">
                <a:solidFill>
                  <a:srgbClr val="36D9D0"/>
                </a:solidFill>
                <a:latin typeface="Arial"/>
                <a:ea typeface="Arial"/>
                <a:cs typeface="Arial"/>
              </a:defRPr>
            </a:lvl6pPr>
            <a:lvl7pPr algn="l">
              <a:defRPr sz="1200" b="1">
                <a:solidFill>
                  <a:srgbClr val="36D9D0"/>
                </a:solidFill>
                <a:latin typeface="Arial"/>
                <a:ea typeface="Arial"/>
                <a:cs typeface="Arial"/>
              </a:defRPr>
            </a:lvl7pPr>
            <a:lvl8pPr algn="l">
              <a:defRPr sz="1200" b="1">
                <a:solidFill>
                  <a:srgbClr val="36D9D0"/>
                </a:solidFill>
                <a:latin typeface="Arial"/>
                <a:ea typeface="Arial"/>
                <a:cs typeface="Arial"/>
              </a:defRPr>
            </a:lvl8pPr>
            <a:lvl9pPr algn="l">
              <a:defRPr sz="1200" b="1">
                <a:solidFill>
                  <a:srgbClr val="36D9D0"/>
                </a:solidFill>
                <a:latin typeface="Arial"/>
                <a:ea typeface="Arial"/>
                <a:cs typeface="Arial"/>
              </a:defRPr>
            </a:lvl9pPr>
          </a:lstStyle>
          <a:p xmlns:a="http://schemas.openxmlformats.org/drawingml/2006/main">
            <a:pPr algn="l">
              <a:defRPr sz="1200" b="1">
                <a:solidFill>
                  <a:srgbClr val="36D9D0"/>
                </a:solidFill>
                <a:latin typeface="Arial"/>
                <a:ea typeface="Arial"/>
                <a:cs typeface="Arial"/>
              </a:defRPr>
            </a:pPr>
            <a:r>
              <a:rPr sz="1200" b="1">
                <a:solidFill>
                  <a:srgbClr val="36D9D0"/>
                </a:solidFill>
                <a:latin typeface="Arial"/>
                <a:ea typeface="Arial"/>
                <a:cs typeface="Arial"/>
              </a:rPr>
              <a:t>SAVED 120-POINT TRACE · DETECTOR OUTPUT</a:t>
            </a:r>
          </a:p>
        </p:txBody>
      </p:sp>
      <p:sp>
        <p:nvSpPr>
          <p:cNvPr id="8" name="">
            <a:extLst xmlns:a="http://schemas.openxmlformats.org/drawingml/2006/main">
              <a:ext uri="{FF2B5EF4-FFF2-40B4-BE49-F238E27FC236}">
                <a16:creationId xmlns:a16="http://schemas.microsoft.com/office/drawing/2014/main" id="{38ECD1E7-AA4F-4C42-B29B-EFA780192000}"/>
              </a:ext>
            </a:extLst>
          </p:cNvPr>
          <p:cNvSpPr>
            <a:spLocks xmlns:a="http://schemas.openxmlformats.org/drawingml/2006/main" noGrp="1"/>
          </p:cNvSpPr>
          <p:nvPr/>
        </p:nvSpPr>
        <p:spPr>
          <a:xfrm xmlns:a="http://schemas.openxmlformats.org/drawingml/2006/main">
            <a:off x="952500" y="2266950"/>
            <a:ext cx="5905500" cy="2343150"/>
          </a:xfrm>
          <a:custGeom xmlns:a="http://schemas.openxmlformats.org/drawingml/2006/main">
            <a:pathLst>
              <a:path w="5905500" h="2343150">
                <a:moveTo>
                  <a:pt x="0" y="1218438"/>
                </a:moveTo>
                <a:lnTo>
                  <a:pt x="49626" y="1205049"/>
                </a:lnTo>
                <a:lnTo>
                  <a:pt x="99252" y="1191659"/>
                </a:lnTo>
                <a:lnTo>
                  <a:pt x="148878" y="1178270"/>
                </a:lnTo>
                <a:lnTo>
                  <a:pt x="198504" y="1164880"/>
                </a:lnTo>
                <a:lnTo>
                  <a:pt x="248130" y="1151491"/>
                </a:lnTo>
                <a:lnTo>
                  <a:pt x="297756" y="1138101"/>
                </a:lnTo>
                <a:lnTo>
                  <a:pt x="347382" y="1124712"/>
                </a:lnTo>
                <a:lnTo>
                  <a:pt x="397008" y="1111323"/>
                </a:lnTo>
                <a:lnTo>
                  <a:pt x="446634" y="1097933"/>
                </a:lnTo>
                <a:lnTo>
                  <a:pt x="496261" y="1084544"/>
                </a:lnTo>
                <a:lnTo>
                  <a:pt x="545887" y="1071154"/>
                </a:lnTo>
                <a:lnTo>
                  <a:pt x="595513" y="1218438"/>
                </a:lnTo>
                <a:lnTo>
                  <a:pt x="645139" y="1205049"/>
                </a:lnTo>
                <a:lnTo>
                  <a:pt x="694765" y="1191659"/>
                </a:lnTo>
                <a:lnTo>
                  <a:pt x="744391" y="1178270"/>
                </a:lnTo>
                <a:lnTo>
                  <a:pt x="794017" y="1164880"/>
                </a:lnTo>
                <a:lnTo>
                  <a:pt x="843643" y="1151491"/>
                </a:lnTo>
                <a:lnTo>
                  <a:pt x="893269" y="1138101"/>
                </a:lnTo>
                <a:lnTo>
                  <a:pt x="942895" y="1124712"/>
                </a:lnTo>
                <a:lnTo>
                  <a:pt x="992521" y="1111323"/>
                </a:lnTo>
                <a:lnTo>
                  <a:pt x="1042147" y="1097933"/>
                </a:lnTo>
                <a:lnTo>
                  <a:pt x="1091773" y="1084544"/>
                </a:lnTo>
                <a:lnTo>
                  <a:pt x="1141399" y="1071154"/>
                </a:lnTo>
                <a:lnTo>
                  <a:pt x="1191025" y="1218438"/>
                </a:lnTo>
                <a:lnTo>
                  <a:pt x="1240651" y="1205049"/>
                </a:lnTo>
                <a:lnTo>
                  <a:pt x="1290277" y="1191659"/>
                </a:lnTo>
                <a:lnTo>
                  <a:pt x="1339903" y="1178270"/>
                </a:lnTo>
                <a:lnTo>
                  <a:pt x="1389529" y="1164880"/>
                </a:lnTo>
                <a:lnTo>
                  <a:pt x="1439155" y="1151491"/>
                </a:lnTo>
                <a:lnTo>
                  <a:pt x="1488782" y="1138101"/>
                </a:lnTo>
                <a:lnTo>
                  <a:pt x="1538408" y="1124712"/>
                </a:lnTo>
                <a:lnTo>
                  <a:pt x="1588034" y="1111323"/>
                </a:lnTo>
                <a:lnTo>
                  <a:pt x="1637660" y="1097933"/>
                </a:lnTo>
                <a:lnTo>
                  <a:pt x="1687286" y="1084544"/>
                </a:lnTo>
                <a:lnTo>
                  <a:pt x="1736912" y="0"/>
                </a:lnTo>
                <a:lnTo>
                  <a:pt x="1786538" y="1218438"/>
                </a:lnTo>
                <a:lnTo>
                  <a:pt x="1836164" y="1205049"/>
                </a:lnTo>
                <a:lnTo>
                  <a:pt x="1885790" y="1191659"/>
                </a:lnTo>
                <a:lnTo>
                  <a:pt x="1935416" y="1178270"/>
                </a:lnTo>
                <a:lnTo>
                  <a:pt x="1985042" y="1164880"/>
                </a:lnTo>
                <a:lnTo>
                  <a:pt x="2034668" y="1151491"/>
                </a:lnTo>
                <a:lnTo>
                  <a:pt x="2084294" y="1138101"/>
                </a:lnTo>
                <a:lnTo>
                  <a:pt x="2133920" y="1124712"/>
                </a:lnTo>
                <a:lnTo>
                  <a:pt x="2183546" y="1111323"/>
                </a:lnTo>
                <a:lnTo>
                  <a:pt x="2233172" y="1097933"/>
                </a:lnTo>
                <a:lnTo>
                  <a:pt x="2282798" y="1084544"/>
                </a:lnTo>
                <a:lnTo>
                  <a:pt x="2332424" y="1071154"/>
                </a:lnTo>
                <a:lnTo>
                  <a:pt x="2382050" y="1218438"/>
                </a:lnTo>
                <a:lnTo>
                  <a:pt x="2431676" y="1205049"/>
                </a:lnTo>
                <a:lnTo>
                  <a:pt x="2481303" y="1191659"/>
                </a:lnTo>
                <a:lnTo>
                  <a:pt x="2530929" y="1178270"/>
                </a:lnTo>
                <a:lnTo>
                  <a:pt x="2580555" y="1164880"/>
                </a:lnTo>
                <a:lnTo>
                  <a:pt x="2630181" y="1151491"/>
                </a:lnTo>
                <a:lnTo>
                  <a:pt x="2679807" y="1138101"/>
                </a:lnTo>
                <a:lnTo>
                  <a:pt x="2729433" y="1124712"/>
                </a:lnTo>
                <a:lnTo>
                  <a:pt x="2779059" y="1111323"/>
                </a:lnTo>
                <a:lnTo>
                  <a:pt x="2828685" y="1097933"/>
                </a:lnTo>
                <a:lnTo>
                  <a:pt x="2878311" y="1084544"/>
                </a:lnTo>
                <a:lnTo>
                  <a:pt x="2927937" y="1071154"/>
                </a:lnTo>
                <a:lnTo>
                  <a:pt x="2977563" y="1218438"/>
                </a:lnTo>
                <a:lnTo>
                  <a:pt x="3027189" y="1205049"/>
                </a:lnTo>
                <a:lnTo>
                  <a:pt x="3076815" y="1191659"/>
                </a:lnTo>
                <a:lnTo>
                  <a:pt x="3126441" y="1178270"/>
                </a:lnTo>
                <a:lnTo>
                  <a:pt x="3176067" y="1164880"/>
                </a:lnTo>
                <a:lnTo>
                  <a:pt x="3225693" y="1151491"/>
                </a:lnTo>
                <a:lnTo>
                  <a:pt x="3275319" y="1138101"/>
                </a:lnTo>
                <a:lnTo>
                  <a:pt x="3324945" y="1124712"/>
                </a:lnTo>
                <a:lnTo>
                  <a:pt x="3374571" y="1111323"/>
                </a:lnTo>
                <a:lnTo>
                  <a:pt x="3424197" y="1097933"/>
                </a:lnTo>
                <a:lnTo>
                  <a:pt x="3473824" y="1084544"/>
                </a:lnTo>
                <a:lnTo>
                  <a:pt x="3523450" y="1071154"/>
                </a:lnTo>
                <a:lnTo>
                  <a:pt x="3573076" y="1218438"/>
                </a:lnTo>
                <a:lnTo>
                  <a:pt x="3622702" y="1205049"/>
                </a:lnTo>
                <a:lnTo>
                  <a:pt x="3672328" y="1191659"/>
                </a:lnTo>
                <a:lnTo>
                  <a:pt x="3721954" y="2343150"/>
                </a:lnTo>
                <a:lnTo>
                  <a:pt x="3771580" y="1164880"/>
                </a:lnTo>
                <a:lnTo>
                  <a:pt x="3821206" y="1151491"/>
                </a:lnTo>
                <a:lnTo>
                  <a:pt x="3870832" y="1138101"/>
                </a:lnTo>
                <a:lnTo>
                  <a:pt x="3920458" y="1124712"/>
                </a:lnTo>
                <a:lnTo>
                  <a:pt x="3970084" y="1111323"/>
                </a:lnTo>
                <a:lnTo>
                  <a:pt x="4019710" y="1097933"/>
                </a:lnTo>
                <a:lnTo>
                  <a:pt x="4069336" y="1084544"/>
                </a:lnTo>
                <a:lnTo>
                  <a:pt x="4118962" y="1071154"/>
                </a:lnTo>
                <a:lnTo>
                  <a:pt x="4168588" y="1218438"/>
                </a:lnTo>
                <a:lnTo>
                  <a:pt x="4218214" y="1205049"/>
                </a:lnTo>
                <a:lnTo>
                  <a:pt x="4267840" y="1191659"/>
                </a:lnTo>
                <a:lnTo>
                  <a:pt x="4317466" y="1178270"/>
                </a:lnTo>
                <a:lnTo>
                  <a:pt x="4367092" y="1164880"/>
                </a:lnTo>
                <a:lnTo>
                  <a:pt x="4416718" y="1151491"/>
                </a:lnTo>
                <a:lnTo>
                  <a:pt x="4466345" y="1138101"/>
                </a:lnTo>
                <a:lnTo>
                  <a:pt x="4515971" y="1124712"/>
                </a:lnTo>
                <a:lnTo>
                  <a:pt x="4565597" y="1111323"/>
                </a:lnTo>
                <a:lnTo>
                  <a:pt x="4615223" y="1097933"/>
                </a:lnTo>
                <a:lnTo>
                  <a:pt x="4664849" y="1084544"/>
                </a:lnTo>
                <a:lnTo>
                  <a:pt x="4714475" y="1071154"/>
                </a:lnTo>
                <a:lnTo>
                  <a:pt x="4764101" y="1218438"/>
                </a:lnTo>
                <a:lnTo>
                  <a:pt x="4813727" y="1205049"/>
                </a:lnTo>
                <a:lnTo>
                  <a:pt x="4863353" y="1191659"/>
                </a:lnTo>
                <a:lnTo>
                  <a:pt x="4912979" y="1178270"/>
                </a:lnTo>
                <a:lnTo>
                  <a:pt x="4962605" y="1164880"/>
                </a:lnTo>
                <a:lnTo>
                  <a:pt x="5012231" y="1151491"/>
                </a:lnTo>
                <a:lnTo>
                  <a:pt x="5061857" y="1138101"/>
                </a:lnTo>
                <a:lnTo>
                  <a:pt x="5111483" y="1124712"/>
                </a:lnTo>
                <a:lnTo>
                  <a:pt x="5161109" y="1111323"/>
                </a:lnTo>
                <a:lnTo>
                  <a:pt x="5210735" y="1097933"/>
                </a:lnTo>
                <a:lnTo>
                  <a:pt x="5260361" y="1084544"/>
                </a:lnTo>
                <a:lnTo>
                  <a:pt x="5309987" y="1071154"/>
                </a:lnTo>
                <a:lnTo>
                  <a:pt x="5359613" y="1218438"/>
                </a:lnTo>
                <a:lnTo>
                  <a:pt x="5409239" y="1205049"/>
                </a:lnTo>
                <a:lnTo>
                  <a:pt x="5458866" y="1191659"/>
                </a:lnTo>
                <a:lnTo>
                  <a:pt x="5508492" y="1178270"/>
                </a:lnTo>
                <a:lnTo>
                  <a:pt x="5558118" y="1164880"/>
                </a:lnTo>
                <a:lnTo>
                  <a:pt x="5607744" y="1151491"/>
                </a:lnTo>
                <a:lnTo>
                  <a:pt x="5657370" y="1138101"/>
                </a:lnTo>
                <a:lnTo>
                  <a:pt x="5706996" y="1124712"/>
                </a:lnTo>
                <a:lnTo>
                  <a:pt x="5756622" y="1111323"/>
                </a:lnTo>
                <a:lnTo>
                  <a:pt x="5806248" y="1097933"/>
                </a:lnTo>
                <a:lnTo>
                  <a:pt x="5855874" y="1084544"/>
                </a:lnTo>
                <a:lnTo>
                  <a:pt x="5905500" y="1071154"/>
                </a:lnTo>
              </a:path>
            </a:pathLst>
          </a:custGeom>
          <a:noFill xmlns:a="http://schemas.openxmlformats.org/drawingml/2006/main"/>
          <a:ln xmlns:a="http://schemas.openxmlformats.org/drawingml/2006/main" w="19050">
            <a:solidFill>
              <a:srgbClr val="36D9D0"/>
            </a:solidFill>
            <a:prstDash val="solid"/>
          </a:ln>
        </p:spPr>
      </p:sp>
      <p:sp>
        <p:nvSpPr>
          <p:cNvPr id="9" name="">
            <a:extLst xmlns:a="http://schemas.openxmlformats.org/drawingml/2006/main">
              <a:ext uri="{FF2B5EF4-FFF2-40B4-BE49-F238E27FC236}">
                <a16:creationId xmlns:a16="http://schemas.microsoft.com/office/drawing/2014/main" id="{0C155AF8-7C95-4A1C-83F9-A45F14346A78}"/>
              </a:ext>
            </a:extLst>
          </p:cNvPr>
          <p:cNvSpPr>
            <a:spLocks xmlns:a="http://schemas.openxmlformats.org/drawingml/2006/main" noGrp="1"/>
          </p:cNvSpPr>
          <p:nvPr/>
        </p:nvSpPr>
        <p:spPr>
          <a:xfrm xmlns:a="http://schemas.openxmlformats.org/drawingml/2006/main">
            <a:off x="2622737" y="2200275"/>
            <a:ext cx="133350" cy="133350"/>
          </a:xfrm>
          <a:prstGeom xmlns:a="http://schemas.openxmlformats.org/drawingml/2006/main" prst="ellipse">
            <a:avLst/>
          </a:prstGeom>
          <a:solidFill xmlns:a="http://schemas.openxmlformats.org/drawingml/2006/main">
            <a:srgbClr val="FF6978"/>
          </a:solidFill>
          <a:ln xmlns:a="http://schemas.openxmlformats.org/drawingml/2006/main" w="9525">
            <a:solidFill>
              <a:srgbClr val="F2F7FA"/>
            </a:solidFill>
            <a:prstDash val="solid"/>
          </a:ln>
        </p:spPr>
      </p:sp>
      <p:sp>
        <p:nvSpPr>
          <p:cNvPr id="10" name="">
            <a:extLst xmlns:a="http://schemas.openxmlformats.org/drawingml/2006/main">
              <a:ext uri="{FF2B5EF4-FFF2-40B4-BE49-F238E27FC236}">
                <a16:creationId xmlns:a16="http://schemas.microsoft.com/office/drawing/2014/main" id="{1F142B36-49A1-407E-B180-8F1E466965E1}"/>
              </a:ext>
            </a:extLst>
          </p:cNvPr>
          <p:cNvSpPr>
            <a:spLocks xmlns:a="http://schemas.openxmlformats.org/drawingml/2006/main" noGrp="1"/>
          </p:cNvSpPr>
          <p:nvPr/>
        </p:nvSpPr>
        <p:spPr>
          <a:xfrm xmlns:a="http://schemas.openxmlformats.org/drawingml/2006/main">
            <a:off x="4607779" y="4543425"/>
            <a:ext cx="133350" cy="133350"/>
          </a:xfrm>
          <a:prstGeom xmlns:a="http://schemas.openxmlformats.org/drawingml/2006/main" prst="ellipse">
            <a:avLst/>
          </a:prstGeom>
          <a:solidFill xmlns:a="http://schemas.openxmlformats.org/drawingml/2006/main">
            <a:srgbClr val="FF6978"/>
          </a:solidFill>
          <a:ln xmlns:a="http://schemas.openxmlformats.org/drawingml/2006/main" w="9525">
            <a:solidFill>
              <a:srgbClr val="F2F7FA"/>
            </a:solidFill>
            <a:prstDash val="solid"/>
          </a:ln>
        </p:spPr>
      </p:sp>
      <p:sp>
        <p:nvSpPr>
          <p:cNvPr id="11" name="">
            <a:extLst xmlns:a="http://schemas.openxmlformats.org/drawingml/2006/main">
              <a:ext uri="{FF2B5EF4-FFF2-40B4-BE49-F238E27FC236}">
                <a16:creationId xmlns:a16="http://schemas.microsoft.com/office/drawing/2014/main" id="{18607722-3EE8-4031-B249-5CC8C52EECBA}"/>
              </a:ext>
            </a:extLst>
          </p:cNvPr>
          <p:cNvSpPr>
            <a:spLocks xmlns:a="http://schemas.openxmlformats.org/drawingml/2006/main" noGrp="1"/>
          </p:cNvSpPr>
          <p:nvPr/>
        </p:nvSpPr>
        <p:spPr>
          <a:xfrm xmlns:a="http://schemas.openxmlformats.org/drawingml/2006/main">
            <a:off x="5810250" y="4743450"/>
            <a:ext cx="781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050" b="0">
                <a:solidFill>
                  <a:srgbClr val="B2C4CF"/>
                </a:solidFill>
                <a:latin typeface="Arial"/>
                <a:ea typeface="Arial"/>
                <a:cs typeface="Arial"/>
              </a:defRPr>
            </a:defPPr>
            <a:lvl1pPr algn="r">
              <a:defRPr sz="1050" b="0">
                <a:solidFill>
                  <a:srgbClr val="B2C4CF"/>
                </a:solidFill>
                <a:latin typeface="Arial"/>
                <a:ea typeface="Arial"/>
                <a:cs typeface="Arial"/>
              </a:defRPr>
            </a:lvl1pPr>
            <a:lvl2pPr algn="r">
              <a:defRPr sz="1050" b="0">
                <a:solidFill>
                  <a:srgbClr val="B2C4CF"/>
                </a:solidFill>
                <a:latin typeface="Arial"/>
                <a:ea typeface="Arial"/>
                <a:cs typeface="Arial"/>
              </a:defRPr>
            </a:lvl2pPr>
            <a:lvl3pPr algn="r">
              <a:defRPr sz="1050" b="0">
                <a:solidFill>
                  <a:srgbClr val="B2C4CF"/>
                </a:solidFill>
                <a:latin typeface="Arial"/>
                <a:ea typeface="Arial"/>
                <a:cs typeface="Arial"/>
              </a:defRPr>
            </a:lvl3pPr>
            <a:lvl4pPr algn="r">
              <a:defRPr sz="1050" b="0">
                <a:solidFill>
                  <a:srgbClr val="B2C4CF"/>
                </a:solidFill>
                <a:latin typeface="Arial"/>
                <a:ea typeface="Arial"/>
                <a:cs typeface="Arial"/>
              </a:defRPr>
            </a:lvl4pPr>
            <a:lvl5pPr algn="r">
              <a:defRPr sz="1050" b="0">
                <a:solidFill>
                  <a:srgbClr val="B2C4CF"/>
                </a:solidFill>
                <a:latin typeface="Arial"/>
                <a:ea typeface="Arial"/>
                <a:cs typeface="Arial"/>
              </a:defRPr>
            </a:lvl5pPr>
            <a:lvl6pPr algn="r">
              <a:defRPr sz="1050" b="0">
                <a:solidFill>
                  <a:srgbClr val="B2C4CF"/>
                </a:solidFill>
                <a:latin typeface="Arial"/>
                <a:ea typeface="Arial"/>
                <a:cs typeface="Arial"/>
              </a:defRPr>
            </a:lvl6pPr>
            <a:lvl7pPr algn="r">
              <a:defRPr sz="1050" b="0">
                <a:solidFill>
                  <a:srgbClr val="B2C4CF"/>
                </a:solidFill>
                <a:latin typeface="Arial"/>
                <a:ea typeface="Arial"/>
                <a:cs typeface="Arial"/>
              </a:defRPr>
            </a:lvl7pPr>
            <a:lvl8pPr algn="r">
              <a:defRPr sz="1050" b="0">
                <a:solidFill>
                  <a:srgbClr val="B2C4CF"/>
                </a:solidFill>
                <a:latin typeface="Arial"/>
                <a:ea typeface="Arial"/>
                <a:cs typeface="Arial"/>
              </a:defRPr>
            </a:lvl8pPr>
            <a:lvl9pPr algn="r">
              <a:defRPr sz="1050" b="0">
                <a:solidFill>
                  <a:srgbClr val="B2C4CF"/>
                </a:solidFill>
                <a:latin typeface="Arial"/>
                <a:ea typeface="Arial"/>
                <a:cs typeface="Arial"/>
              </a:defRPr>
            </a:lvl9pPr>
          </a:lstStyle>
          <a:p xmlns:a="http://schemas.openxmlformats.org/drawingml/2006/main">
            <a:pPr algn="r">
              <a:defRPr sz="1050" b="0">
                <a:solidFill>
                  <a:srgbClr val="B2C4CF"/>
                </a:solidFill>
                <a:latin typeface="Arial"/>
                <a:ea typeface="Arial"/>
                <a:cs typeface="Arial"/>
              </a:defRPr>
            </a:pPr>
            <a:r>
              <a:rPr sz="1050" b="0">
                <a:solidFill>
                  <a:srgbClr val="B2C4CF"/>
                </a:solidFill>
                <a:latin typeface="Arial"/>
                <a:ea typeface="Arial"/>
                <a:cs typeface="Arial"/>
              </a:rPr>
              <a:t>Time →</a:t>
            </a:r>
          </a:p>
        </p:txBody>
      </p:sp>
      <p:sp>
        <p:nvSpPr>
          <p:cNvPr id="12" name="">
            <a:extLst xmlns:a="http://schemas.openxmlformats.org/drawingml/2006/main">
              <a:ext uri="{FF2B5EF4-FFF2-40B4-BE49-F238E27FC236}">
                <a16:creationId xmlns:a16="http://schemas.microsoft.com/office/drawing/2014/main" id="{F86A91A2-1CB5-4115-91D7-19A8B8139C23}"/>
              </a:ext>
            </a:extLst>
          </p:cNvPr>
          <p:cNvSpPr>
            <a:spLocks xmlns:a="http://schemas.openxmlformats.org/drawingml/2006/main" noGrp="1"/>
          </p:cNvSpPr>
          <p:nvPr/>
        </p:nvSpPr>
        <p:spPr>
          <a:xfrm xmlns:a="http://schemas.openxmlformats.org/drawingml/2006/main">
            <a:off x="7524750" y="1571625"/>
            <a:ext cx="4019550" cy="1657350"/>
          </a:xfrm>
          <a:prstGeom xmlns:a="http://schemas.openxmlformats.org/drawingml/2006/main" prst="roundRect">
            <a:avLst>
              <a:gd name="adj" fmla="val 4598"/>
            </a:avLst>
          </a:prstGeom>
          <a:solidFill xmlns:a="http://schemas.openxmlformats.org/drawingml/2006/main">
            <a:srgbClr val="102332"/>
          </a:solidFill>
          <a:ln xmlns:a="http://schemas.openxmlformats.org/drawingml/2006/main" w="9525">
            <a:solidFill>
              <a:srgbClr val="284455"/>
            </a:solidFill>
            <a:prstDash val="solid"/>
          </a:ln>
        </p:spPr>
      </p:sp>
      <p:sp>
        <p:nvSpPr>
          <p:cNvPr id="13" name="">
            <a:extLst xmlns:a="http://schemas.openxmlformats.org/drawingml/2006/main">
              <a:ext uri="{FF2B5EF4-FFF2-40B4-BE49-F238E27FC236}">
                <a16:creationId xmlns:a16="http://schemas.microsoft.com/office/drawing/2014/main" id="{8F2F33E7-3358-4837-9AFE-1BE1158EC3E4}"/>
              </a:ext>
            </a:extLst>
          </p:cNvPr>
          <p:cNvSpPr>
            <a:spLocks xmlns:a="http://schemas.openxmlformats.org/drawingml/2006/main" noGrp="1"/>
          </p:cNvSpPr>
          <p:nvPr/>
        </p:nvSpPr>
        <p:spPr>
          <a:xfrm xmlns:a="http://schemas.openxmlformats.org/drawingml/2006/main">
            <a:off x="7524750" y="1571625"/>
            <a:ext cx="38100" cy="1657350"/>
          </a:xfrm>
          <a:prstGeom xmlns:a="http://schemas.openxmlformats.org/drawingml/2006/main" prst="rect">
            <a:avLst/>
          </a:prstGeom>
          <a:solidFill xmlns:a="http://schemas.openxmlformats.org/drawingml/2006/main">
            <a:srgbClr val="F4B860"/>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0BC5BF8A-57B2-4170-BC90-986414A638A0}"/>
              </a:ext>
            </a:extLst>
          </p:cNvPr>
          <p:cNvSpPr>
            <a:spLocks xmlns:a="http://schemas.openxmlformats.org/drawingml/2006/main" noGrp="1"/>
          </p:cNvSpPr>
          <p:nvPr/>
        </p:nvSpPr>
        <p:spPr>
          <a:xfrm xmlns:a="http://schemas.openxmlformats.org/drawingml/2006/main">
            <a:off x="7753350" y="1743075"/>
            <a:ext cx="35623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F4B860"/>
                </a:solidFill>
                <a:latin typeface="Arial"/>
                <a:ea typeface="Arial"/>
                <a:cs typeface="Arial"/>
              </a:defRPr>
            </a:defPPr>
            <a:lvl1pPr algn="l">
              <a:defRPr sz="1200" b="1">
                <a:solidFill>
                  <a:srgbClr val="F4B860"/>
                </a:solidFill>
                <a:latin typeface="Arial"/>
                <a:ea typeface="Arial"/>
                <a:cs typeface="Arial"/>
              </a:defRPr>
            </a:lvl1pPr>
            <a:lvl2pPr algn="l">
              <a:defRPr sz="1200" b="1">
                <a:solidFill>
                  <a:srgbClr val="F4B860"/>
                </a:solidFill>
                <a:latin typeface="Arial"/>
                <a:ea typeface="Arial"/>
                <a:cs typeface="Arial"/>
              </a:defRPr>
            </a:lvl2pPr>
            <a:lvl3pPr algn="l">
              <a:defRPr sz="1200" b="1">
                <a:solidFill>
                  <a:srgbClr val="F4B860"/>
                </a:solidFill>
                <a:latin typeface="Arial"/>
                <a:ea typeface="Arial"/>
                <a:cs typeface="Arial"/>
              </a:defRPr>
            </a:lvl3pPr>
            <a:lvl4pPr algn="l">
              <a:defRPr sz="1200" b="1">
                <a:solidFill>
                  <a:srgbClr val="F4B860"/>
                </a:solidFill>
                <a:latin typeface="Arial"/>
                <a:ea typeface="Arial"/>
                <a:cs typeface="Arial"/>
              </a:defRPr>
            </a:lvl4pPr>
            <a:lvl5pPr algn="l">
              <a:defRPr sz="1200" b="1">
                <a:solidFill>
                  <a:srgbClr val="F4B860"/>
                </a:solidFill>
                <a:latin typeface="Arial"/>
                <a:ea typeface="Arial"/>
                <a:cs typeface="Arial"/>
              </a:defRPr>
            </a:lvl5pPr>
            <a:lvl6pPr algn="l">
              <a:defRPr sz="1200" b="1">
                <a:solidFill>
                  <a:srgbClr val="F4B860"/>
                </a:solidFill>
                <a:latin typeface="Arial"/>
                <a:ea typeface="Arial"/>
                <a:cs typeface="Arial"/>
              </a:defRPr>
            </a:lvl6pPr>
            <a:lvl7pPr algn="l">
              <a:defRPr sz="1200" b="1">
                <a:solidFill>
                  <a:srgbClr val="F4B860"/>
                </a:solidFill>
                <a:latin typeface="Arial"/>
                <a:ea typeface="Arial"/>
                <a:cs typeface="Arial"/>
              </a:defRPr>
            </a:lvl7pPr>
            <a:lvl8pPr algn="l">
              <a:defRPr sz="1200" b="1">
                <a:solidFill>
                  <a:srgbClr val="F4B860"/>
                </a:solidFill>
                <a:latin typeface="Arial"/>
                <a:ea typeface="Arial"/>
                <a:cs typeface="Arial"/>
              </a:defRPr>
            </a:lvl8pPr>
            <a:lvl9pPr algn="l">
              <a:defRPr sz="1200" b="1">
                <a:solidFill>
                  <a:srgbClr val="F4B860"/>
                </a:solidFill>
                <a:latin typeface="Arial"/>
                <a:ea typeface="Arial"/>
                <a:cs typeface="Arial"/>
              </a:defRPr>
            </a:lvl9pPr>
          </a:lstStyle>
          <a:p xmlns:a="http://schemas.openxmlformats.org/drawingml/2006/main">
            <a:pPr algn="l">
              <a:defRPr sz="1200" b="1">
                <a:solidFill>
                  <a:srgbClr val="F4B860"/>
                </a:solidFill>
                <a:latin typeface="Arial"/>
                <a:ea typeface="Arial"/>
                <a:cs typeface="Arial"/>
              </a:defRPr>
            </a:pPr>
            <a:r>
              <a:rPr sz="1200" b="1">
                <a:solidFill>
                  <a:srgbClr val="F4B860"/>
                </a:solidFill>
                <a:latin typeface="Arial"/>
                <a:ea typeface="Arial"/>
                <a:cs typeface="Arial"/>
              </a:rPr>
              <a:t>ALERT 1 · 00:35 UTC</a:t>
            </a:r>
          </a:p>
        </p:txBody>
      </p:sp>
      <p:sp>
        <p:nvSpPr>
          <p:cNvPr id="15" name="">
            <a:extLst xmlns:a="http://schemas.openxmlformats.org/drawingml/2006/main">
              <a:ext uri="{FF2B5EF4-FFF2-40B4-BE49-F238E27FC236}">
                <a16:creationId xmlns:a16="http://schemas.microsoft.com/office/drawing/2014/main" id="{4E298A05-A89C-4A7D-93DE-0D0CCB627420}"/>
              </a:ext>
            </a:extLst>
          </p:cNvPr>
          <p:cNvSpPr>
            <a:spLocks xmlns:a="http://schemas.openxmlformats.org/drawingml/2006/main" noGrp="1"/>
          </p:cNvSpPr>
          <p:nvPr/>
        </p:nvSpPr>
        <p:spPr>
          <a:xfrm xmlns:a="http://schemas.openxmlformats.org/drawingml/2006/main">
            <a:off x="7753350" y="2124075"/>
            <a:ext cx="35623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1">
                <a:solidFill>
                  <a:srgbClr val="F2F7FA"/>
                </a:solidFill>
                <a:latin typeface="Arial"/>
                <a:ea typeface="Arial"/>
                <a:cs typeface="Arial"/>
              </a:defRPr>
            </a:defPPr>
            <a:lvl1pPr algn="l">
              <a:defRPr sz="1425" b="1">
                <a:solidFill>
                  <a:srgbClr val="F2F7FA"/>
                </a:solidFill>
                <a:latin typeface="Arial"/>
                <a:ea typeface="Arial"/>
                <a:cs typeface="Arial"/>
              </a:defRPr>
            </a:lvl1pPr>
            <a:lvl2pPr algn="l">
              <a:defRPr sz="1425" b="1">
                <a:solidFill>
                  <a:srgbClr val="F2F7FA"/>
                </a:solidFill>
                <a:latin typeface="Arial"/>
                <a:ea typeface="Arial"/>
                <a:cs typeface="Arial"/>
              </a:defRPr>
            </a:lvl2pPr>
            <a:lvl3pPr algn="l">
              <a:defRPr sz="1425" b="1">
                <a:solidFill>
                  <a:srgbClr val="F2F7FA"/>
                </a:solidFill>
                <a:latin typeface="Arial"/>
                <a:ea typeface="Arial"/>
                <a:cs typeface="Arial"/>
              </a:defRPr>
            </a:lvl3pPr>
            <a:lvl4pPr algn="l">
              <a:defRPr sz="1425" b="1">
                <a:solidFill>
                  <a:srgbClr val="F2F7FA"/>
                </a:solidFill>
                <a:latin typeface="Arial"/>
                <a:ea typeface="Arial"/>
                <a:cs typeface="Arial"/>
              </a:defRPr>
            </a:lvl4pPr>
            <a:lvl5pPr algn="l">
              <a:defRPr sz="1425" b="1">
                <a:solidFill>
                  <a:srgbClr val="F2F7FA"/>
                </a:solidFill>
                <a:latin typeface="Arial"/>
                <a:ea typeface="Arial"/>
                <a:cs typeface="Arial"/>
              </a:defRPr>
            </a:lvl5pPr>
            <a:lvl6pPr algn="l">
              <a:defRPr sz="1425" b="1">
                <a:solidFill>
                  <a:srgbClr val="F2F7FA"/>
                </a:solidFill>
                <a:latin typeface="Arial"/>
                <a:ea typeface="Arial"/>
                <a:cs typeface="Arial"/>
              </a:defRPr>
            </a:lvl6pPr>
            <a:lvl7pPr algn="l">
              <a:defRPr sz="1425" b="1">
                <a:solidFill>
                  <a:srgbClr val="F2F7FA"/>
                </a:solidFill>
                <a:latin typeface="Arial"/>
                <a:ea typeface="Arial"/>
                <a:cs typeface="Arial"/>
              </a:defRPr>
            </a:lvl7pPr>
            <a:lvl8pPr algn="l">
              <a:defRPr sz="1425" b="1">
                <a:solidFill>
                  <a:srgbClr val="F2F7FA"/>
                </a:solidFill>
                <a:latin typeface="Arial"/>
                <a:ea typeface="Arial"/>
                <a:cs typeface="Arial"/>
              </a:defRPr>
            </a:lvl8pPr>
            <a:lvl9pPr algn="l">
              <a:defRPr sz="1425" b="1">
                <a:solidFill>
                  <a:srgbClr val="F2F7FA"/>
                </a:solidFill>
                <a:latin typeface="Arial"/>
                <a:ea typeface="Arial"/>
                <a:cs typeface="Arial"/>
              </a:defRPr>
            </a:lvl9pPr>
          </a:lstStyle>
          <a:p xmlns:a="http://schemas.openxmlformats.org/drawingml/2006/main">
            <a:pPr algn="l">
              <a:defRPr sz="1425" b="1">
                <a:solidFill>
                  <a:srgbClr val="F2F7FA"/>
                </a:solidFill>
                <a:latin typeface="Arial"/>
                <a:ea typeface="Arial"/>
                <a:cs typeface="Arial"/>
              </a:defRPr>
            </a:pPr>
            <a:r>
              <a:rPr sz="1425" b="1">
                <a:solidFill>
                  <a:srgbClr val="F2F7FA"/>
                </a:solidFill>
                <a:latin typeface="Arial"/>
                <a:ea typeface="Arial"/>
                <a:cs typeface="Arial"/>
              </a:rPr>
              <a:t>value 142.5  |  baseline 100.0</a:t>
            </a:r>
          </a:p>
        </p:txBody>
      </p:sp>
      <p:sp>
        <p:nvSpPr>
          <p:cNvPr id="16" name="">
            <a:extLst xmlns:a="http://schemas.openxmlformats.org/drawingml/2006/main">
              <a:ext uri="{FF2B5EF4-FFF2-40B4-BE49-F238E27FC236}">
                <a16:creationId xmlns:a16="http://schemas.microsoft.com/office/drawing/2014/main" id="{AA42100C-2D6C-4E4C-A129-B6058D0BB51A}"/>
              </a:ext>
            </a:extLst>
          </p:cNvPr>
          <p:cNvSpPr>
            <a:spLocks xmlns:a="http://schemas.openxmlformats.org/drawingml/2006/main" noGrp="1"/>
          </p:cNvSpPr>
          <p:nvPr/>
        </p:nvSpPr>
        <p:spPr>
          <a:xfrm xmlns:a="http://schemas.openxmlformats.org/drawingml/2006/main">
            <a:off x="7753350" y="2486025"/>
            <a:ext cx="3562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0">
                <a:solidFill>
                  <a:srgbClr val="B2C4CF"/>
                </a:solidFill>
                <a:latin typeface="Arial"/>
                <a:ea typeface="Arial"/>
                <a:cs typeface="Arial"/>
              </a:defRPr>
            </a:defPPr>
            <a:lvl1pPr algn="l">
              <a:defRPr sz="1200" b="0">
                <a:solidFill>
                  <a:srgbClr val="B2C4CF"/>
                </a:solidFill>
                <a:latin typeface="Arial"/>
                <a:ea typeface="Arial"/>
                <a:cs typeface="Arial"/>
              </a:defRPr>
            </a:lvl1pPr>
            <a:lvl2pPr algn="l">
              <a:defRPr sz="1200" b="0">
                <a:solidFill>
                  <a:srgbClr val="B2C4CF"/>
                </a:solidFill>
                <a:latin typeface="Arial"/>
                <a:ea typeface="Arial"/>
                <a:cs typeface="Arial"/>
              </a:defRPr>
            </a:lvl2pPr>
            <a:lvl3pPr algn="l">
              <a:defRPr sz="1200" b="0">
                <a:solidFill>
                  <a:srgbClr val="B2C4CF"/>
                </a:solidFill>
                <a:latin typeface="Arial"/>
                <a:ea typeface="Arial"/>
                <a:cs typeface="Arial"/>
              </a:defRPr>
            </a:lvl3pPr>
            <a:lvl4pPr algn="l">
              <a:defRPr sz="1200" b="0">
                <a:solidFill>
                  <a:srgbClr val="B2C4CF"/>
                </a:solidFill>
                <a:latin typeface="Arial"/>
                <a:ea typeface="Arial"/>
                <a:cs typeface="Arial"/>
              </a:defRPr>
            </a:lvl4pPr>
            <a:lvl5pPr algn="l">
              <a:defRPr sz="1200" b="0">
                <a:solidFill>
                  <a:srgbClr val="B2C4CF"/>
                </a:solidFill>
                <a:latin typeface="Arial"/>
                <a:ea typeface="Arial"/>
                <a:cs typeface="Arial"/>
              </a:defRPr>
            </a:lvl5pPr>
            <a:lvl6pPr algn="l">
              <a:defRPr sz="1200" b="0">
                <a:solidFill>
                  <a:srgbClr val="B2C4CF"/>
                </a:solidFill>
                <a:latin typeface="Arial"/>
                <a:ea typeface="Arial"/>
                <a:cs typeface="Arial"/>
              </a:defRPr>
            </a:lvl6pPr>
            <a:lvl7pPr algn="l">
              <a:defRPr sz="1200" b="0">
                <a:solidFill>
                  <a:srgbClr val="B2C4CF"/>
                </a:solidFill>
                <a:latin typeface="Arial"/>
                <a:ea typeface="Arial"/>
                <a:cs typeface="Arial"/>
              </a:defRPr>
            </a:lvl7pPr>
            <a:lvl8pPr algn="l">
              <a:defRPr sz="1200" b="0">
                <a:solidFill>
                  <a:srgbClr val="B2C4CF"/>
                </a:solidFill>
                <a:latin typeface="Arial"/>
                <a:ea typeface="Arial"/>
                <a:cs typeface="Arial"/>
              </a:defRPr>
            </a:lvl8pPr>
            <a:lvl9pPr algn="l">
              <a:defRPr sz="1200" b="0">
                <a:solidFill>
                  <a:srgbClr val="B2C4CF"/>
                </a:solidFill>
                <a:latin typeface="Arial"/>
                <a:ea typeface="Arial"/>
                <a:cs typeface="Arial"/>
              </a:defRPr>
            </a:lvl9pPr>
          </a:lstStyle>
          <a:p xmlns:a="http://schemas.openxmlformats.org/drawingml/2006/main">
            <a:pPr algn="l">
              <a:defRPr sz="1200" b="0">
                <a:solidFill>
                  <a:srgbClr val="B2C4CF"/>
                </a:solidFill>
                <a:latin typeface="Arial"/>
                <a:ea typeface="Arial"/>
                <a:cs typeface="Arial"/>
              </a:defRPr>
            </a:pPr>
            <a:r>
              <a:rPr sz="1200" b="0">
                <a:solidFill>
                  <a:srgbClr val="B2C4CF"/>
                </a:solidFill>
                <a:latin typeface="Arial"/>
                <a:ea typeface="Arial"/>
                <a:cs typeface="Arial"/>
              </a:rPr>
              <a:t>residual 42.5  |  scale 2.2239</a:t>
            </a:r>
          </a:p>
        </p:txBody>
      </p:sp>
      <p:sp>
        <p:nvSpPr>
          <p:cNvPr id="17" name="">
            <a:extLst xmlns:a="http://schemas.openxmlformats.org/drawingml/2006/main">
              <a:ext uri="{FF2B5EF4-FFF2-40B4-BE49-F238E27FC236}">
                <a16:creationId xmlns:a16="http://schemas.microsoft.com/office/drawing/2014/main" id="{28126DBF-FCE9-4A1D-B4E0-84631E0B8DF5}"/>
              </a:ext>
            </a:extLst>
          </p:cNvPr>
          <p:cNvSpPr>
            <a:spLocks xmlns:a="http://schemas.openxmlformats.org/drawingml/2006/main" noGrp="1"/>
          </p:cNvSpPr>
          <p:nvPr/>
        </p:nvSpPr>
        <p:spPr>
          <a:xfrm xmlns:a="http://schemas.openxmlformats.org/drawingml/2006/main">
            <a:off x="7753350" y="2828925"/>
            <a:ext cx="35623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1">
                <a:solidFill>
                  <a:srgbClr val="36D9D0"/>
                </a:solidFill>
                <a:latin typeface="Arial"/>
                <a:ea typeface="Arial"/>
                <a:cs typeface="Arial"/>
              </a:defRPr>
            </a:defPPr>
            <a:lvl1pPr algn="l">
              <a:defRPr sz="1275" b="1">
                <a:solidFill>
                  <a:srgbClr val="36D9D0"/>
                </a:solidFill>
                <a:latin typeface="Arial"/>
                <a:ea typeface="Arial"/>
                <a:cs typeface="Arial"/>
              </a:defRPr>
            </a:lvl1pPr>
            <a:lvl2pPr algn="l">
              <a:defRPr sz="1275" b="1">
                <a:solidFill>
                  <a:srgbClr val="36D9D0"/>
                </a:solidFill>
                <a:latin typeface="Arial"/>
                <a:ea typeface="Arial"/>
                <a:cs typeface="Arial"/>
              </a:defRPr>
            </a:lvl2pPr>
            <a:lvl3pPr algn="l">
              <a:defRPr sz="1275" b="1">
                <a:solidFill>
                  <a:srgbClr val="36D9D0"/>
                </a:solidFill>
                <a:latin typeface="Arial"/>
                <a:ea typeface="Arial"/>
                <a:cs typeface="Arial"/>
              </a:defRPr>
            </a:lvl3pPr>
            <a:lvl4pPr algn="l">
              <a:defRPr sz="1275" b="1">
                <a:solidFill>
                  <a:srgbClr val="36D9D0"/>
                </a:solidFill>
                <a:latin typeface="Arial"/>
                <a:ea typeface="Arial"/>
                <a:cs typeface="Arial"/>
              </a:defRPr>
            </a:lvl4pPr>
            <a:lvl5pPr algn="l">
              <a:defRPr sz="1275" b="1">
                <a:solidFill>
                  <a:srgbClr val="36D9D0"/>
                </a:solidFill>
                <a:latin typeface="Arial"/>
                <a:ea typeface="Arial"/>
                <a:cs typeface="Arial"/>
              </a:defRPr>
            </a:lvl5pPr>
            <a:lvl6pPr algn="l">
              <a:defRPr sz="1275" b="1">
                <a:solidFill>
                  <a:srgbClr val="36D9D0"/>
                </a:solidFill>
                <a:latin typeface="Arial"/>
                <a:ea typeface="Arial"/>
                <a:cs typeface="Arial"/>
              </a:defRPr>
            </a:lvl6pPr>
            <a:lvl7pPr algn="l">
              <a:defRPr sz="1275" b="1">
                <a:solidFill>
                  <a:srgbClr val="36D9D0"/>
                </a:solidFill>
                <a:latin typeface="Arial"/>
                <a:ea typeface="Arial"/>
                <a:cs typeface="Arial"/>
              </a:defRPr>
            </a:lvl7pPr>
            <a:lvl8pPr algn="l">
              <a:defRPr sz="1275" b="1">
                <a:solidFill>
                  <a:srgbClr val="36D9D0"/>
                </a:solidFill>
                <a:latin typeface="Arial"/>
                <a:ea typeface="Arial"/>
                <a:cs typeface="Arial"/>
              </a:defRPr>
            </a:lvl8pPr>
            <a:lvl9pPr algn="l">
              <a:defRPr sz="1275" b="1">
                <a:solidFill>
                  <a:srgbClr val="36D9D0"/>
                </a:solidFill>
                <a:latin typeface="Arial"/>
                <a:ea typeface="Arial"/>
                <a:cs typeface="Arial"/>
              </a:defRPr>
            </a:lvl9pPr>
          </a:lstStyle>
          <a:p xmlns:a="http://schemas.openxmlformats.org/drawingml/2006/main">
            <a:pPr algn="l">
              <a:defRPr sz="1275" b="1">
                <a:solidFill>
                  <a:srgbClr val="36D9D0"/>
                </a:solidFill>
                <a:latin typeface="Arial"/>
                <a:ea typeface="Arial"/>
                <a:cs typeface="Arial"/>
              </a:defRPr>
            </a:pPr>
            <a:r>
              <a:rPr sz="1275" b="1">
                <a:solidFill>
                  <a:srgbClr val="36D9D0"/>
                </a:solidFill>
                <a:latin typeface="Arial"/>
                <a:ea typeface="Arial"/>
                <a:cs typeface="Arial"/>
              </a:rPr>
              <a:t>score 19.11 ≥ threshold 4.0</a:t>
            </a:r>
          </a:p>
        </p:txBody>
      </p:sp>
      <p:sp>
        <p:nvSpPr>
          <p:cNvPr id="18" name="">
            <a:extLst xmlns:a="http://schemas.openxmlformats.org/drawingml/2006/main">
              <a:ext uri="{FF2B5EF4-FFF2-40B4-BE49-F238E27FC236}">
                <a16:creationId xmlns:a16="http://schemas.microsoft.com/office/drawing/2014/main" id="{47C3651A-89AE-4CE8-80A3-2C91CC7E28ED}"/>
              </a:ext>
            </a:extLst>
          </p:cNvPr>
          <p:cNvSpPr>
            <a:spLocks xmlns:a="http://schemas.openxmlformats.org/drawingml/2006/main" noGrp="1"/>
          </p:cNvSpPr>
          <p:nvPr/>
        </p:nvSpPr>
        <p:spPr>
          <a:xfrm xmlns:a="http://schemas.openxmlformats.org/drawingml/2006/main">
            <a:off x="7524750" y="3457575"/>
            <a:ext cx="4019550" cy="1657350"/>
          </a:xfrm>
          <a:prstGeom xmlns:a="http://schemas.openxmlformats.org/drawingml/2006/main" prst="roundRect">
            <a:avLst>
              <a:gd name="adj" fmla="val 4598"/>
            </a:avLst>
          </a:prstGeom>
          <a:solidFill xmlns:a="http://schemas.openxmlformats.org/drawingml/2006/main">
            <a:srgbClr val="102332"/>
          </a:solidFill>
          <a:ln xmlns:a="http://schemas.openxmlformats.org/drawingml/2006/main" w="9525">
            <a:solidFill>
              <a:srgbClr val="284455"/>
            </a:solidFill>
            <a:prstDash val="solid"/>
          </a:ln>
        </p:spPr>
      </p:sp>
      <p:sp>
        <p:nvSpPr>
          <p:cNvPr id="19" name="">
            <a:extLst xmlns:a="http://schemas.openxmlformats.org/drawingml/2006/main">
              <a:ext uri="{FF2B5EF4-FFF2-40B4-BE49-F238E27FC236}">
                <a16:creationId xmlns:a16="http://schemas.microsoft.com/office/drawing/2014/main" id="{88A2A6CE-A145-4945-AAAD-CF325A7796D2}"/>
              </a:ext>
            </a:extLst>
          </p:cNvPr>
          <p:cNvSpPr>
            <a:spLocks xmlns:a="http://schemas.openxmlformats.org/drawingml/2006/main" noGrp="1"/>
          </p:cNvSpPr>
          <p:nvPr/>
        </p:nvSpPr>
        <p:spPr>
          <a:xfrm xmlns:a="http://schemas.openxmlformats.org/drawingml/2006/main">
            <a:off x="7524750" y="3457575"/>
            <a:ext cx="38100" cy="1657350"/>
          </a:xfrm>
          <a:prstGeom xmlns:a="http://schemas.openxmlformats.org/drawingml/2006/main" prst="rect">
            <a:avLst/>
          </a:prstGeom>
          <a:solidFill xmlns:a="http://schemas.openxmlformats.org/drawingml/2006/main">
            <a:srgbClr val="FF697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01403E0D-EA56-416C-A113-E0D8750A4689}"/>
              </a:ext>
            </a:extLst>
          </p:cNvPr>
          <p:cNvSpPr>
            <a:spLocks xmlns:a="http://schemas.openxmlformats.org/drawingml/2006/main" noGrp="1"/>
          </p:cNvSpPr>
          <p:nvPr/>
        </p:nvSpPr>
        <p:spPr>
          <a:xfrm xmlns:a="http://schemas.openxmlformats.org/drawingml/2006/main">
            <a:off x="7753350" y="3629025"/>
            <a:ext cx="35623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FF6978"/>
                </a:solidFill>
                <a:latin typeface="Arial"/>
                <a:ea typeface="Arial"/>
                <a:cs typeface="Arial"/>
              </a:defRPr>
            </a:defPPr>
            <a:lvl1pPr algn="l">
              <a:defRPr sz="1200" b="1">
                <a:solidFill>
                  <a:srgbClr val="FF6978"/>
                </a:solidFill>
                <a:latin typeface="Arial"/>
                <a:ea typeface="Arial"/>
                <a:cs typeface="Arial"/>
              </a:defRPr>
            </a:lvl1pPr>
            <a:lvl2pPr algn="l">
              <a:defRPr sz="1200" b="1">
                <a:solidFill>
                  <a:srgbClr val="FF6978"/>
                </a:solidFill>
                <a:latin typeface="Arial"/>
                <a:ea typeface="Arial"/>
                <a:cs typeface="Arial"/>
              </a:defRPr>
            </a:lvl2pPr>
            <a:lvl3pPr algn="l">
              <a:defRPr sz="1200" b="1">
                <a:solidFill>
                  <a:srgbClr val="FF6978"/>
                </a:solidFill>
                <a:latin typeface="Arial"/>
                <a:ea typeface="Arial"/>
                <a:cs typeface="Arial"/>
              </a:defRPr>
            </a:lvl3pPr>
            <a:lvl4pPr algn="l">
              <a:defRPr sz="1200" b="1">
                <a:solidFill>
                  <a:srgbClr val="FF6978"/>
                </a:solidFill>
                <a:latin typeface="Arial"/>
                <a:ea typeface="Arial"/>
                <a:cs typeface="Arial"/>
              </a:defRPr>
            </a:lvl4pPr>
            <a:lvl5pPr algn="l">
              <a:defRPr sz="1200" b="1">
                <a:solidFill>
                  <a:srgbClr val="FF6978"/>
                </a:solidFill>
                <a:latin typeface="Arial"/>
                <a:ea typeface="Arial"/>
                <a:cs typeface="Arial"/>
              </a:defRPr>
            </a:lvl5pPr>
            <a:lvl6pPr algn="l">
              <a:defRPr sz="1200" b="1">
                <a:solidFill>
                  <a:srgbClr val="FF6978"/>
                </a:solidFill>
                <a:latin typeface="Arial"/>
                <a:ea typeface="Arial"/>
                <a:cs typeface="Arial"/>
              </a:defRPr>
            </a:lvl6pPr>
            <a:lvl7pPr algn="l">
              <a:defRPr sz="1200" b="1">
                <a:solidFill>
                  <a:srgbClr val="FF6978"/>
                </a:solidFill>
                <a:latin typeface="Arial"/>
                <a:ea typeface="Arial"/>
                <a:cs typeface="Arial"/>
              </a:defRPr>
            </a:lvl7pPr>
            <a:lvl8pPr algn="l">
              <a:defRPr sz="1200" b="1">
                <a:solidFill>
                  <a:srgbClr val="FF6978"/>
                </a:solidFill>
                <a:latin typeface="Arial"/>
                <a:ea typeface="Arial"/>
                <a:cs typeface="Arial"/>
              </a:defRPr>
            </a:lvl8pPr>
            <a:lvl9pPr algn="l">
              <a:defRPr sz="1200" b="1">
                <a:solidFill>
                  <a:srgbClr val="FF6978"/>
                </a:solidFill>
                <a:latin typeface="Arial"/>
                <a:ea typeface="Arial"/>
                <a:cs typeface="Arial"/>
              </a:defRPr>
            </a:lvl9pPr>
          </a:lstStyle>
          <a:p xmlns:a="http://schemas.openxmlformats.org/drawingml/2006/main">
            <a:pPr algn="l">
              <a:defRPr sz="1200" b="1">
                <a:solidFill>
                  <a:srgbClr val="FF6978"/>
                </a:solidFill>
                <a:latin typeface="Arial"/>
                <a:ea typeface="Arial"/>
                <a:cs typeface="Arial"/>
              </a:defRPr>
            </a:pPr>
            <a:r>
              <a:rPr sz="1200" b="1">
                <a:solidFill>
                  <a:srgbClr val="FF6978"/>
                </a:solidFill>
                <a:latin typeface="Arial"/>
                <a:ea typeface="Arial"/>
                <a:cs typeface="Arial"/>
              </a:rPr>
              <a:t>ALERT 2 · 01:15 UTC</a:t>
            </a:r>
          </a:p>
        </p:txBody>
      </p:sp>
      <p:sp>
        <p:nvSpPr>
          <p:cNvPr id="21" name="">
            <a:extLst xmlns:a="http://schemas.openxmlformats.org/drawingml/2006/main">
              <a:ext uri="{FF2B5EF4-FFF2-40B4-BE49-F238E27FC236}">
                <a16:creationId xmlns:a16="http://schemas.microsoft.com/office/drawing/2014/main" id="{41788E5F-BD86-4813-8E99-47DC454C5D84}"/>
              </a:ext>
            </a:extLst>
          </p:cNvPr>
          <p:cNvSpPr>
            <a:spLocks xmlns:a="http://schemas.openxmlformats.org/drawingml/2006/main" noGrp="1"/>
          </p:cNvSpPr>
          <p:nvPr/>
        </p:nvSpPr>
        <p:spPr>
          <a:xfrm xmlns:a="http://schemas.openxmlformats.org/drawingml/2006/main">
            <a:off x="7753350" y="4010025"/>
            <a:ext cx="35623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1">
                <a:solidFill>
                  <a:srgbClr val="F2F7FA"/>
                </a:solidFill>
                <a:latin typeface="Arial"/>
                <a:ea typeface="Arial"/>
                <a:cs typeface="Arial"/>
              </a:defRPr>
            </a:defPPr>
            <a:lvl1pPr algn="l">
              <a:defRPr sz="1425" b="1">
                <a:solidFill>
                  <a:srgbClr val="F2F7FA"/>
                </a:solidFill>
                <a:latin typeface="Arial"/>
                <a:ea typeface="Arial"/>
                <a:cs typeface="Arial"/>
              </a:defRPr>
            </a:lvl1pPr>
            <a:lvl2pPr algn="l">
              <a:defRPr sz="1425" b="1">
                <a:solidFill>
                  <a:srgbClr val="F2F7FA"/>
                </a:solidFill>
                <a:latin typeface="Arial"/>
                <a:ea typeface="Arial"/>
                <a:cs typeface="Arial"/>
              </a:defRPr>
            </a:lvl2pPr>
            <a:lvl3pPr algn="l">
              <a:defRPr sz="1425" b="1">
                <a:solidFill>
                  <a:srgbClr val="F2F7FA"/>
                </a:solidFill>
                <a:latin typeface="Arial"/>
                <a:ea typeface="Arial"/>
                <a:cs typeface="Arial"/>
              </a:defRPr>
            </a:lvl3pPr>
            <a:lvl4pPr algn="l">
              <a:defRPr sz="1425" b="1">
                <a:solidFill>
                  <a:srgbClr val="F2F7FA"/>
                </a:solidFill>
                <a:latin typeface="Arial"/>
                <a:ea typeface="Arial"/>
                <a:cs typeface="Arial"/>
              </a:defRPr>
            </a:lvl4pPr>
            <a:lvl5pPr algn="l">
              <a:defRPr sz="1425" b="1">
                <a:solidFill>
                  <a:srgbClr val="F2F7FA"/>
                </a:solidFill>
                <a:latin typeface="Arial"/>
                <a:ea typeface="Arial"/>
                <a:cs typeface="Arial"/>
              </a:defRPr>
            </a:lvl5pPr>
            <a:lvl6pPr algn="l">
              <a:defRPr sz="1425" b="1">
                <a:solidFill>
                  <a:srgbClr val="F2F7FA"/>
                </a:solidFill>
                <a:latin typeface="Arial"/>
                <a:ea typeface="Arial"/>
                <a:cs typeface="Arial"/>
              </a:defRPr>
            </a:lvl6pPr>
            <a:lvl7pPr algn="l">
              <a:defRPr sz="1425" b="1">
                <a:solidFill>
                  <a:srgbClr val="F2F7FA"/>
                </a:solidFill>
                <a:latin typeface="Arial"/>
                <a:ea typeface="Arial"/>
                <a:cs typeface="Arial"/>
              </a:defRPr>
            </a:lvl7pPr>
            <a:lvl8pPr algn="l">
              <a:defRPr sz="1425" b="1">
                <a:solidFill>
                  <a:srgbClr val="F2F7FA"/>
                </a:solidFill>
                <a:latin typeface="Arial"/>
                <a:ea typeface="Arial"/>
                <a:cs typeface="Arial"/>
              </a:defRPr>
            </a:lvl8pPr>
            <a:lvl9pPr algn="l">
              <a:defRPr sz="1425" b="1">
                <a:solidFill>
                  <a:srgbClr val="F2F7FA"/>
                </a:solidFill>
                <a:latin typeface="Arial"/>
                <a:ea typeface="Arial"/>
                <a:cs typeface="Arial"/>
              </a:defRPr>
            </a:lvl9pPr>
          </a:lstStyle>
          <a:p xmlns:a="http://schemas.openxmlformats.org/drawingml/2006/main">
            <a:pPr algn="l">
              <a:defRPr sz="1425" b="1">
                <a:solidFill>
                  <a:srgbClr val="F2F7FA"/>
                </a:solidFill>
                <a:latin typeface="Arial"/>
                <a:ea typeface="Arial"/>
                <a:cs typeface="Arial"/>
              </a:defRPr>
            </a:pPr>
            <a:r>
              <a:rPr sz="1425" b="1">
                <a:solidFill>
                  <a:srgbClr val="F2F7FA"/>
                </a:solidFill>
                <a:latin typeface="Arial"/>
                <a:ea typeface="Arial"/>
                <a:cs typeface="Arial"/>
              </a:rPr>
              <a:t>value 55.0  |  baseline 100.0</a:t>
            </a:r>
          </a:p>
        </p:txBody>
      </p:sp>
      <p:sp>
        <p:nvSpPr>
          <p:cNvPr id="22" name="">
            <a:extLst xmlns:a="http://schemas.openxmlformats.org/drawingml/2006/main">
              <a:ext uri="{FF2B5EF4-FFF2-40B4-BE49-F238E27FC236}">
                <a16:creationId xmlns:a16="http://schemas.microsoft.com/office/drawing/2014/main" id="{77907B55-D29F-4B13-AE7F-1E9AD5FFCBB0}"/>
              </a:ext>
            </a:extLst>
          </p:cNvPr>
          <p:cNvSpPr>
            <a:spLocks xmlns:a="http://schemas.openxmlformats.org/drawingml/2006/main" noGrp="1"/>
          </p:cNvSpPr>
          <p:nvPr/>
        </p:nvSpPr>
        <p:spPr>
          <a:xfrm xmlns:a="http://schemas.openxmlformats.org/drawingml/2006/main">
            <a:off x="7753350" y="4371975"/>
            <a:ext cx="3562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0">
                <a:solidFill>
                  <a:srgbClr val="B2C4CF"/>
                </a:solidFill>
                <a:latin typeface="Arial"/>
                <a:ea typeface="Arial"/>
                <a:cs typeface="Arial"/>
              </a:defRPr>
            </a:defPPr>
            <a:lvl1pPr algn="l">
              <a:defRPr sz="1200" b="0">
                <a:solidFill>
                  <a:srgbClr val="B2C4CF"/>
                </a:solidFill>
                <a:latin typeface="Arial"/>
                <a:ea typeface="Arial"/>
                <a:cs typeface="Arial"/>
              </a:defRPr>
            </a:lvl1pPr>
            <a:lvl2pPr algn="l">
              <a:defRPr sz="1200" b="0">
                <a:solidFill>
                  <a:srgbClr val="B2C4CF"/>
                </a:solidFill>
                <a:latin typeface="Arial"/>
                <a:ea typeface="Arial"/>
                <a:cs typeface="Arial"/>
              </a:defRPr>
            </a:lvl2pPr>
            <a:lvl3pPr algn="l">
              <a:defRPr sz="1200" b="0">
                <a:solidFill>
                  <a:srgbClr val="B2C4CF"/>
                </a:solidFill>
                <a:latin typeface="Arial"/>
                <a:ea typeface="Arial"/>
                <a:cs typeface="Arial"/>
              </a:defRPr>
            </a:lvl3pPr>
            <a:lvl4pPr algn="l">
              <a:defRPr sz="1200" b="0">
                <a:solidFill>
                  <a:srgbClr val="B2C4CF"/>
                </a:solidFill>
                <a:latin typeface="Arial"/>
                <a:ea typeface="Arial"/>
                <a:cs typeface="Arial"/>
              </a:defRPr>
            </a:lvl4pPr>
            <a:lvl5pPr algn="l">
              <a:defRPr sz="1200" b="0">
                <a:solidFill>
                  <a:srgbClr val="B2C4CF"/>
                </a:solidFill>
                <a:latin typeface="Arial"/>
                <a:ea typeface="Arial"/>
                <a:cs typeface="Arial"/>
              </a:defRPr>
            </a:lvl5pPr>
            <a:lvl6pPr algn="l">
              <a:defRPr sz="1200" b="0">
                <a:solidFill>
                  <a:srgbClr val="B2C4CF"/>
                </a:solidFill>
                <a:latin typeface="Arial"/>
                <a:ea typeface="Arial"/>
                <a:cs typeface="Arial"/>
              </a:defRPr>
            </a:lvl6pPr>
            <a:lvl7pPr algn="l">
              <a:defRPr sz="1200" b="0">
                <a:solidFill>
                  <a:srgbClr val="B2C4CF"/>
                </a:solidFill>
                <a:latin typeface="Arial"/>
                <a:ea typeface="Arial"/>
                <a:cs typeface="Arial"/>
              </a:defRPr>
            </a:lvl7pPr>
            <a:lvl8pPr algn="l">
              <a:defRPr sz="1200" b="0">
                <a:solidFill>
                  <a:srgbClr val="B2C4CF"/>
                </a:solidFill>
                <a:latin typeface="Arial"/>
                <a:ea typeface="Arial"/>
                <a:cs typeface="Arial"/>
              </a:defRPr>
            </a:lvl8pPr>
            <a:lvl9pPr algn="l">
              <a:defRPr sz="1200" b="0">
                <a:solidFill>
                  <a:srgbClr val="B2C4CF"/>
                </a:solidFill>
                <a:latin typeface="Arial"/>
                <a:ea typeface="Arial"/>
                <a:cs typeface="Arial"/>
              </a:defRPr>
            </a:lvl9pPr>
          </a:lstStyle>
          <a:p xmlns:a="http://schemas.openxmlformats.org/drawingml/2006/main">
            <a:pPr algn="l">
              <a:defRPr sz="1200" b="0">
                <a:solidFill>
                  <a:srgbClr val="B2C4CF"/>
                </a:solidFill>
                <a:latin typeface="Arial"/>
                <a:ea typeface="Arial"/>
                <a:cs typeface="Arial"/>
              </a:defRPr>
            </a:pPr>
            <a:r>
              <a:rPr sz="1200" b="0">
                <a:solidFill>
                  <a:srgbClr val="B2C4CF"/>
                </a:solidFill>
                <a:latin typeface="Arial"/>
                <a:ea typeface="Arial"/>
                <a:cs typeface="Arial"/>
              </a:rPr>
              <a:t>residual -45.0  |  scale 2.2239</a:t>
            </a:r>
          </a:p>
        </p:txBody>
      </p:sp>
      <p:sp>
        <p:nvSpPr>
          <p:cNvPr id="23" name="">
            <a:extLst xmlns:a="http://schemas.openxmlformats.org/drawingml/2006/main">
              <a:ext uri="{FF2B5EF4-FFF2-40B4-BE49-F238E27FC236}">
                <a16:creationId xmlns:a16="http://schemas.microsoft.com/office/drawing/2014/main" id="{5EDAE5A4-EC5C-4AF4-9965-F07C4A3170C8}"/>
              </a:ext>
            </a:extLst>
          </p:cNvPr>
          <p:cNvSpPr>
            <a:spLocks xmlns:a="http://schemas.openxmlformats.org/drawingml/2006/main" noGrp="1"/>
          </p:cNvSpPr>
          <p:nvPr/>
        </p:nvSpPr>
        <p:spPr>
          <a:xfrm xmlns:a="http://schemas.openxmlformats.org/drawingml/2006/main">
            <a:off x="7753350" y="4714875"/>
            <a:ext cx="35623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1">
                <a:solidFill>
                  <a:srgbClr val="36D9D0"/>
                </a:solidFill>
                <a:latin typeface="Arial"/>
                <a:ea typeface="Arial"/>
                <a:cs typeface="Arial"/>
              </a:defRPr>
            </a:defPPr>
            <a:lvl1pPr algn="l">
              <a:defRPr sz="1275" b="1">
                <a:solidFill>
                  <a:srgbClr val="36D9D0"/>
                </a:solidFill>
                <a:latin typeface="Arial"/>
                <a:ea typeface="Arial"/>
                <a:cs typeface="Arial"/>
              </a:defRPr>
            </a:lvl1pPr>
            <a:lvl2pPr algn="l">
              <a:defRPr sz="1275" b="1">
                <a:solidFill>
                  <a:srgbClr val="36D9D0"/>
                </a:solidFill>
                <a:latin typeface="Arial"/>
                <a:ea typeface="Arial"/>
                <a:cs typeface="Arial"/>
              </a:defRPr>
            </a:lvl2pPr>
            <a:lvl3pPr algn="l">
              <a:defRPr sz="1275" b="1">
                <a:solidFill>
                  <a:srgbClr val="36D9D0"/>
                </a:solidFill>
                <a:latin typeface="Arial"/>
                <a:ea typeface="Arial"/>
                <a:cs typeface="Arial"/>
              </a:defRPr>
            </a:lvl3pPr>
            <a:lvl4pPr algn="l">
              <a:defRPr sz="1275" b="1">
                <a:solidFill>
                  <a:srgbClr val="36D9D0"/>
                </a:solidFill>
                <a:latin typeface="Arial"/>
                <a:ea typeface="Arial"/>
                <a:cs typeface="Arial"/>
              </a:defRPr>
            </a:lvl4pPr>
            <a:lvl5pPr algn="l">
              <a:defRPr sz="1275" b="1">
                <a:solidFill>
                  <a:srgbClr val="36D9D0"/>
                </a:solidFill>
                <a:latin typeface="Arial"/>
                <a:ea typeface="Arial"/>
                <a:cs typeface="Arial"/>
              </a:defRPr>
            </a:lvl5pPr>
            <a:lvl6pPr algn="l">
              <a:defRPr sz="1275" b="1">
                <a:solidFill>
                  <a:srgbClr val="36D9D0"/>
                </a:solidFill>
                <a:latin typeface="Arial"/>
                <a:ea typeface="Arial"/>
                <a:cs typeface="Arial"/>
              </a:defRPr>
            </a:lvl6pPr>
            <a:lvl7pPr algn="l">
              <a:defRPr sz="1275" b="1">
                <a:solidFill>
                  <a:srgbClr val="36D9D0"/>
                </a:solidFill>
                <a:latin typeface="Arial"/>
                <a:ea typeface="Arial"/>
                <a:cs typeface="Arial"/>
              </a:defRPr>
            </a:lvl7pPr>
            <a:lvl8pPr algn="l">
              <a:defRPr sz="1275" b="1">
                <a:solidFill>
                  <a:srgbClr val="36D9D0"/>
                </a:solidFill>
                <a:latin typeface="Arial"/>
                <a:ea typeface="Arial"/>
                <a:cs typeface="Arial"/>
              </a:defRPr>
            </a:lvl8pPr>
            <a:lvl9pPr algn="l">
              <a:defRPr sz="1275" b="1">
                <a:solidFill>
                  <a:srgbClr val="36D9D0"/>
                </a:solidFill>
                <a:latin typeface="Arial"/>
                <a:ea typeface="Arial"/>
                <a:cs typeface="Arial"/>
              </a:defRPr>
            </a:lvl9pPr>
          </a:lstStyle>
          <a:p xmlns:a="http://schemas.openxmlformats.org/drawingml/2006/main">
            <a:pPr algn="l">
              <a:defRPr sz="1275" b="1">
                <a:solidFill>
                  <a:srgbClr val="36D9D0"/>
                </a:solidFill>
                <a:latin typeface="Arial"/>
                <a:ea typeface="Arial"/>
                <a:cs typeface="Arial"/>
              </a:defRPr>
            </a:pPr>
            <a:r>
              <a:rPr sz="1275" b="1">
                <a:solidFill>
                  <a:srgbClr val="36D9D0"/>
                </a:solidFill>
                <a:latin typeface="Arial"/>
                <a:ea typeface="Arial"/>
                <a:cs typeface="Arial"/>
              </a:rPr>
              <a:t>score 20.23 ≥ threshold 4.0</a:t>
            </a:r>
          </a:p>
        </p:txBody>
      </p:sp>
      <p:sp>
        <p:nvSpPr>
          <p:cNvPr id="24" name="">
            <a:extLst xmlns:a="http://schemas.openxmlformats.org/drawingml/2006/main">
              <a:ext uri="{FF2B5EF4-FFF2-40B4-BE49-F238E27FC236}">
                <a16:creationId xmlns:a16="http://schemas.microsoft.com/office/drawing/2014/main" id="{CE494C8E-B3E7-43DD-8BAA-00C660D1BB4E}"/>
              </a:ext>
            </a:extLst>
          </p:cNvPr>
          <p:cNvSpPr>
            <a:spLocks xmlns:a="http://schemas.openxmlformats.org/drawingml/2006/main" noGrp="1"/>
          </p:cNvSpPr>
          <p:nvPr/>
        </p:nvSpPr>
        <p:spPr>
          <a:xfrm xmlns:a="http://schemas.openxmlformats.org/drawingml/2006/main">
            <a:off x="895350" y="5543550"/>
            <a:ext cx="600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F2F7FA"/>
                </a:solidFill>
                <a:latin typeface="Arial"/>
                <a:ea typeface="Arial"/>
                <a:cs typeface="Arial"/>
              </a:defRPr>
            </a:defPPr>
            <a:lvl1pPr algn="l">
              <a:defRPr sz="1200" b="1">
                <a:solidFill>
                  <a:srgbClr val="F2F7FA"/>
                </a:solidFill>
                <a:latin typeface="Arial"/>
                <a:ea typeface="Arial"/>
                <a:cs typeface="Arial"/>
              </a:defRPr>
            </a:lvl1pPr>
            <a:lvl2pPr algn="l">
              <a:defRPr sz="1200" b="1">
                <a:solidFill>
                  <a:srgbClr val="F2F7FA"/>
                </a:solidFill>
                <a:latin typeface="Arial"/>
                <a:ea typeface="Arial"/>
                <a:cs typeface="Arial"/>
              </a:defRPr>
            </a:lvl2pPr>
            <a:lvl3pPr algn="l">
              <a:defRPr sz="1200" b="1">
                <a:solidFill>
                  <a:srgbClr val="F2F7FA"/>
                </a:solidFill>
                <a:latin typeface="Arial"/>
                <a:ea typeface="Arial"/>
                <a:cs typeface="Arial"/>
              </a:defRPr>
            </a:lvl3pPr>
            <a:lvl4pPr algn="l">
              <a:defRPr sz="1200" b="1">
                <a:solidFill>
                  <a:srgbClr val="F2F7FA"/>
                </a:solidFill>
                <a:latin typeface="Arial"/>
                <a:ea typeface="Arial"/>
                <a:cs typeface="Arial"/>
              </a:defRPr>
            </a:lvl4pPr>
            <a:lvl5pPr algn="l">
              <a:defRPr sz="1200" b="1">
                <a:solidFill>
                  <a:srgbClr val="F2F7FA"/>
                </a:solidFill>
                <a:latin typeface="Arial"/>
                <a:ea typeface="Arial"/>
                <a:cs typeface="Arial"/>
              </a:defRPr>
            </a:lvl5pPr>
            <a:lvl6pPr algn="l">
              <a:defRPr sz="1200" b="1">
                <a:solidFill>
                  <a:srgbClr val="F2F7FA"/>
                </a:solidFill>
                <a:latin typeface="Arial"/>
                <a:ea typeface="Arial"/>
                <a:cs typeface="Arial"/>
              </a:defRPr>
            </a:lvl6pPr>
            <a:lvl7pPr algn="l">
              <a:defRPr sz="1200" b="1">
                <a:solidFill>
                  <a:srgbClr val="F2F7FA"/>
                </a:solidFill>
                <a:latin typeface="Arial"/>
                <a:ea typeface="Arial"/>
                <a:cs typeface="Arial"/>
              </a:defRPr>
            </a:lvl7pPr>
            <a:lvl8pPr algn="l">
              <a:defRPr sz="1200" b="1">
                <a:solidFill>
                  <a:srgbClr val="F2F7FA"/>
                </a:solidFill>
                <a:latin typeface="Arial"/>
                <a:ea typeface="Arial"/>
                <a:cs typeface="Arial"/>
              </a:defRPr>
            </a:lvl8pPr>
            <a:lvl9pPr algn="l">
              <a:defRPr sz="1200" b="1">
                <a:solidFill>
                  <a:srgbClr val="F2F7FA"/>
                </a:solidFill>
                <a:latin typeface="Arial"/>
                <a:ea typeface="Arial"/>
                <a:cs typeface="Arial"/>
              </a:defRPr>
            </a:lvl9pPr>
          </a:lstStyle>
          <a:p xmlns:a="http://schemas.openxmlformats.org/drawingml/2006/main">
            <a:pPr algn="l">
              <a:defRPr sz="1200" b="1">
                <a:solidFill>
                  <a:srgbClr val="F2F7FA"/>
                </a:solidFill>
                <a:latin typeface="Arial"/>
                <a:ea typeface="Arial"/>
                <a:cs typeface="Arial"/>
              </a:defRPr>
            </a:pPr>
            <a:r>
              <a:rPr sz="1200" b="1">
                <a:solidFill>
                  <a:srgbClr val="F2F7FA"/>
                </a:solidFill>
                <a:latin typeface="Arial"/>
                <a:ea typeface="Arial"/>
                <a:cs typeface="Arial"/>
              </a:rPr>
              <a:t>Click Replay Saved Trace → inspect a red point → read the same JSONL evidence.</a:t>
            </a:r>
          </a:p>
        </p:txBody>
      </p:sp>
    </p:spTree>
    <p:extLst>
      <p:ext uri="{BB962C8B-B14F-4D97-AF65-F5344CB8AC3E}">
        <p14:creationId xmlns:p14="http://schemas.microsoft.com/office/powerpoint/2010/main" val="1132961264"/>
      </p:ext>
    </p:extLst>
  </p:cSld>
</p:sld>
</file>

<file path=ppt/slides/slide10.xml><?xml version="1.0" encoding="utf-8"?>
<p:sld xmlns:p="http://schemas.openxmlformats.org/presentationml/2006/main">
  <p:cSld>
    <p:bg>
      <p:bgPr>
        <a:solidFill xmlns:a="http://schemas.openxmlformats.org/drawingml/2006/main">
          <a:srgbClr val="07131F"/>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1DDDB38D-5BAF-4831-B88E-D9B9DE574AAB}"/>
              </a:ext>
            </a:extLst>
          </p:cNvPr>
          <p:cNvSpPr>
            <a:spLocks xmlns:a="http://schemas.openxmlformats.org/drawingml/2006/main" noGrp="1"/>
          </p:cNvSpPr>
          <p:nvPr/>
        </p:nvSpPr>
        <p:spPr>
          <a:xfrm xmlns:a="http://schemas.openxmlformats.org/drawingml/2006/main">
            <a:off x="609600" y="247650"/>
            <a:ext cx="876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36D9D0"/>
                </a:solidFill>
                <a:latin typeface="Arial"/>
                <a:ea typeface="Arial"/>
                <a:cs typeface="Arial"/>
              </a:defRPr>
            </a:defPPr>
            <a:lvl1pPr algn="l">
              <a:defRPr sz="1125" b="1">
                <a:solidFill>
                  <a:srgbClr val="36D9D0"/>
                </a:solidFill>
                <a:latin typeface="Arial"/>
                <a:ea typeface="Arial"/>
                <a:cs typeface="Arial"/>
              </a:defRPr>
            </a:lvl1pPr>
            <a:lvl2pPr algn="l">
              <a:defRPr sz="1125" b="1">
                <a:solidFill>
                  <a:srgbClr val="36D9D0"/>
                </a:solidFill>
                <a:latin typeface="Arial"/>
                <a:ea typeface="Arial"/>
                <a:cs typeface="Arial"/>
              </a:defRPr>
            </a:lvl2pPr>
            <a:lvl3pPr algn="l">
              <a:defRPr sz="1125" b="1">
                <a:solidFill>
                  <a:srgbClr val="36D9D0"/>
                </a:solidFill>
                <a:latin typeface="Arial"/>
                <a:ea typeface="Arial"/>
                <a:cs typeface="Arial"/>
              </a:defRPr>
            </a:lvl3pPr>
            <a:lvl4pPr algn="l">
              <a:defRPr sz="1125" b="1">
                <a:solidFill>
                  <a:srgbClr val="36D9D0"/>
                </a:solidFill>
                <a:latin typeface="Arial"/>
                <a:ea typeface="Arial"/>
                <a:cs typeface="Arial"/>
              </a:defRPr>
            </a:lvl4pPr>
            <a:lvl5pPr algn="l">
              <a:defRPr sz="1125" b="1">
                <a:solidFill>
                  <a:srgbClr val="36D9D0"/>
                </a:solidFill>
                <a:latin typeface="Arial"/>
                <a:ea typeface="Arial"/>
                <a:cs typeface="Arial"/>
              </a:defRPr>
            </a:lvl5pPr>
            <a:lvl6pPr algn="l">
              <a:defRPr sz="1125" b="1">
                <a:solidFill>
                  <a:srgbClr val="36D9D0"/>
                </a:solidFill>
                <a:latin typeface="Arial"/>
                <a:ea typeface="Arial"/>
                <a:cs typeface="Arial"/>
              </a:defRPr>
            </a:lvl6pPr>
            <a:lvl7pPr algn="l">
              <a:defRPr sz="1125" b="1">
                <a:solidFill>
                  <a:srgbClr val="36D9D0"/>
                </a:solidFill>
                <a:latin typeface="Arial"/>
                <a:ea typeface="Arial"/>
                <a:cs typeface="Arial"/>
              </a:defRPr>
            </a:lvl7pPr>
            <a:lvl8pPr algn="l">
              <a:defRPr sz="1125" b="1">
                <a:solidFill>
                  <a:srgbClr val="36D9D0"/>
                </a:solidFill>
                <a:latin typeface="Arial"/>
                <a:ea typeface="Arial"/>
                <a:cs typeface="Arial"/>
              </a:defRPr>
            </a:lvl8pPr>
            <a:lvl9pPr algn="l">
              <a:defRPr sz="1125" b="1">
                <a:solidFill>
                  <a:srgbClr val="36D9D0"/>
                </a:solidFill>
                <a:latin typeface="Arial"/>
                <a:ea typeface="Arial"/>
                <a:cs typeface="Arial"/>
              </a:defRPr>
            </a:lvl9pPr>
          </a:lstStyle>
          <a:p xmlns:a="http://schemas.openxmlformats.org/drawingml/2006/main">
            <a:pPr algn="l">
              <a:defRPr sz="1125" b="1">
                <a:solidFill>
                  <a:srgbClr val="36D9D0"/>
                </a:solidFill>
                <a:latin typeface="Arial"/>
                <a:ea typeface="Arial"/>
                <a:cs typeface="Arial"/>
              </a:defRPr>
            </a:pPr>
            <a:r>
              <a:rPr sz="1125" b="1">
                <a:solidFill>
                  <a:srgbClr val="36D9D0"/>
                </a:solidFill>
                <a:latin typeface="Arial"/>
                <a:ea typeface="Arial"/>
                <a:cs typeface="Arial"/>
              </a:rPr>
              <a:t>SENTINEL PULSE   /   NEXT</a:t>
            </a:r>
          </a:p>
        </p:txBody>
      </p:sp>
      <p:sp>
        <p:nvSpPr>
          <p:cNvPr id="2" name="">
            <a:extLst xmlns:a="http://schemas.openxmlformats.org/drawingml/2006/main">
              <a:ext uri="{FF2B5EF4-FFF2-40B4-BE49-F238E27FC236}">
                <a16:creationId xmlns:a16="http://schemas.microsoft.com/office/drawing/2014/main" id="{0C09CF78-8F90-4B6F-B383-99AEA169DFE0}"/>
              </a:ext>
            </a:extLst>
          </p:cNvPr>
          <p:cNvSpPr>
            <a:spLocks xmlns:a="http://schemas.openxmlformats.org/drawingml/2006/main" noGrp="1"/>
          </p:cNvSpPr>
          <p:nvPr/>
        </p:nvSpPr>
        <p:spPr>
          <a:xfrm xmlns:a="http://schemas.openxmlformats.org/drawingml/2006/main">
            <a:off x="609600" y="590550"/>
            <a:ext cx="10972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700" b="1">
                <a:solidFill>
                  <a:srgbClr val="F2F7FA"/>
                </a:solidFill>
                <a:latin typeface="Arial"/>
                <a:ea typeface="Arial"/>
                <a:cs typeface="Arial"/>
              </a:defRPr>
            </a:defPPr>
            <a:lvl1pPr algn="l">
              <a:defRPr sz="2700" b="1">
                <a:solidFill>
                  <a:srgbClr val="F2F7FA"/>
                </a:solidFill>
                <a:latin typeface="Arial"/>
                <a:ea typeface="Arial"/>
                <a:cs typeface="Arial"/>
              </a:defRPr>
            </a:lvl1pPr>
            <a:lvl2pPr algn="l">
              <a:defRPr sz="2700" b="1">
                <a:solidFill>
                  <a:srgbClr val="F2F7FA"/>
                </a:solidFill>
                <a:latin typeface="Arial"/>
                <a:ea typeface="Arial"/>
                <a:cs typeface="Arial"/>
              </a:defRPr>
            </a:lvl2pPr>
            <a:lvl3pPr algn="l">
              <a:defRPr sz="2700" b="1">
                <a:solidFill>
                  <a:srgbClr val="F2F7FA"/>
                </a:solidFill>
                <a:latin typeface="Arial"/>
                <a:ea typeface="Arial"/>
                <a:cs typeface="Arial"/>
              </a:defRPr>
            </a:lvl3pPr>
            <a:lvl4pPr algn="l">
              <a:defRPr sz="2700" b="1">
                <a:solidFill>
                  <a:srgbClr val="F2F7FA"/>
                </a:solidFill>
                <a:latin typeface="Arial"/>
                <a:ea typeface="Arial"/>
                <a:cs typeface="Arial"/>
              </a:defRPr>
            </a:lvl4pPr>
            <a:lvl5pPr algn="l">
              <a:defRPr sz="2700" b="1">
                <a:solidFill>
                  <a:srgbClr val="F2F7FA"/>
                </a:solidFill>
                <a:latin typeface="Arial"/>
                <a:ea typeface="Arial"/>
                <a:cs typeface="Arial"/>
              </a:defRPr>
            </a:lvl5pPr>
            <a:lvl6pPr algn="l">
              <a:defRPr sz="2700" b="1">
                <a:solidFill>
                  <a:srgbClr val="F2F7FA"/>
                </a:solidFill>
                <a:latin typeface="Arial"/>
                <a:ea typeface="Arial"/>
                <a:cs typeface="Arial"/>
              </a:defRPr>
            </a:lvl6pPr>
            <a:lvl7pPr algn="l">
              <a:defRPr sz="2700" b="1">
                <a:solidFill>
                  <a:srgbClr val="F2F7FA"/>
                </a:solidFill>
                <a:latin typeface="Arial"/>
                <a:ea typeface="Arial"/>
                <a:cs typeface="Arial"/>
              </a:defRPr>
            </a:lvl7pPr>
            <a:lvl8pPr algn="l">
              <a:defRPr sz="2700" b="1">
                <a:solidFill>
                  <a:srgbClr val="F2F7FA"/>
                </a:solidFill>
                <a:latin typeface="Arial"/>
                <a:ea typeface="Arial"/>
                <a:cs typeface="Arial"/>
              </a:defRPr>
            </a:lvl8pPr>
            <a:lvl9pPr algn="l">
              <a:defRPr sz="2700" b="1">
                <a:solidFill>
                  <a:srgbClr val="F2F7FA"/>
                </a:solidFill>
                <a:latin typeface="Arial"/>
                <a:ea typeface="Arial"/>
                <a:cs typeface="Arial"/>
              </a:defRPr>
            </a:lvl9pPr>
          </a:lstStyle>
          <a:p xmlns:a="http://schemas.openxmlformats.org/drawingml/2006/main">
            <a:pPr algn="l">
              <a:defRPr sz="2700" b="1">
                <a:solidFill>
                  <a:srgbClr val="F2F7FA"/>
                </a:solidFill>
                <a:latin typeface="Arial"/>
                <a:ea typeface="Arial"/>
                <a:cs typeface="Arial"/>
              </a:defRPr>
            </a:pPr>
            <a:r>
              <a:rPr sz="2700" b="1">
                <a:solidFill>
                  <a:srgbClr val="F2F7FA"/>
                </a:solidFill>
                <a:latin typeface="Arial"/>
                <a:ea typeface="Arial"/>
                <a:cs typeface="Arial"/>
              </a:rPr>
              <a:t>The prototype is reproducible; official validation is the next gate</a:t>
            </a:r>
          </a:p>
        </p:txBody>
      </p:sp>
      <p:sp>
        <p:nvSpPr>
          <p:cNvPr id="3" name="">
            <a:extLst xmlns:a="http://schemas.openxmlformats.org/drawingml/2006/main">
              <a:ext uri="{FF2B5EF4-FFF2-40B4-BE49-F238E27FC236}">
                <a16:creationId xmlns:a16="http://schemas.microsoft.com/office/drawing/2014/main" id="{7BBBDC0B-955C-4C5E-8F44-738AE565EC4C}"/>
              </a:ext>
            </a:extLst>
          </p:cNvPr>
          <p:cNvSpPr>
            <a:spLocks xmlns:a="http://schemas.openxmlformats.org/drawingml/2006/main" noGrp="1"/>
          </p:cNvSpPr>
          <p:nvPr/>
        </p:nvSpPr>
        <p:spPr>
          <a:xfrm xmlns:a="http://schemas.openxmlformats.org/drawingml/2006/main">
            <a:off x="609600" y="1200150"/>
            <a:ext cx="10972800" cy="9525"/>
          </a:xfrm>
          <a:prstGeom xmlns:a="http://schemas.openxmlformats.org/drawingml/2006/main" prst="rect">
            <a:avLst/>
          </a:prstGeom>
          <a:solidFill xmlns:a="http://schemas.openxmlformats.org/drawingml/2006/main">
            <a:srgbClr val="284455"/>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4EB1461-9F30-49CE-9C31-02DC38575B7A}"/>
              </a:ext>
            </a:extLst>
          </p:cNvPr>
          <p:cNvSpPr>
            <a:spLocks xmlns:a="http://schemas.openxmlformats.org/drawingml/2006/main" noGrp="1"/>
          </p:cNvSpPr>
          <p:nvPr/>
        </p:nvSpPr>
        <p:spPr>
          <a:xfrm xmlns:a="http://schemas.openxmlformats.org/drawingml/2006/main">
            <a:off x="609600" y="6496050"/>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00" b="0">
                <a:solidFill>
                  <a:srgbClr val="B2C4CF"/>
                </a:solidFill>
                <a:latin typeface="Arial"/>
                <a:ea typeface="Arial"/>
                <a:cs typeface="Arial"/>
              </a:defRPr>
            </a:defPPr>
            <a:lvl1pPr algn="r">
              <a:defRPr sz="900" b="0">
                <a:solidFill>
                  <a:srgbClr val="B2C4CF"/>
                </a:solidFill>
                <a:latin typeface="Arial"/>
                <a:ea typeface="Arial"/>
                <a:cs typeface="Arial"/>
              </a:defRPr>
            </a:lvl1pPr>
            <a:lvl2pPr algn="r">
              <a:defRPr sz="900" b="0">
                <a:solidFill>
                  <a:srgbClr val="B2C4CF"/>
                </a:solidFill>
                <a:latin typeface="Arial"/>
                <a:ea typeface="Arial"/>
                <a:cs typeface="Arial"/>
              </a:defRPr>
            </a:lvl2pPr>
            <a:lvl3pPr algn="r">
              <a:defRPr sz="900" b="0">
                <a:solidFill>
                  <a:srgbClr val="B2C4CF"/>
                </a:solidFill>
                <a:latin typeface="Arial"/>
                <a:ea typeface="Arial"/>
                <a:cs typeface="Arial"/>
              </a:defRPr>
            </a:lvl3pPr>
            <a:lvl4pPr algn="r">
              <a:defRPr sz="900" b="0">
                <a:solidFill>
                  <a:srgbClr val="B2C4CF"/>
                </a:solidFill>
                <a:latin typeface="Arial"/>
                <a:ea typeface="Arial"/>
                <a:cs typeface="Arial"/>
              </a:defRPr>
            </a:lvl4pPr>
            <a:lvl5pPr algn="r">
              <a:defRPr sz="900" b="0">
                <a:solidFill>
                  <a:srgbClr val="B2C4CF"/>
                </a:solidFill>
                <a:latin typeface="Arial"/>
                <a:ea typeface="Arial"/>
                <a:cs typeface="Arial"/>
              </a:defRPr>
            </a:lvl5pPr>
            <a:lvl6pPr algn="r">
              <a:defRPr sz="900" b="0">
                <a:solidFill>
                  <a:srgbClr val="B2C4CF"/>
                </a:solidFill>
                <a:latin typeface="Arial"/>
                <a:ea typeface="Arial"/>
                <a:cs typeface="Arial"/>
              </a:defRPr>
            </a:lvl6pPr>
            <a:lvl7pPr algn="r">
              <a:defRPr sz="900" b="0">
                <a:solidFill>
                  <a:srgbClr val="B2C4CF"/>
                </a:solidFill>
                <a:latin typeface="Arial"/>
                <a:ea typeface="Arial"/>
                <a:cs typeface="Arial"/>
              </a:defRPr>
            </a:lvl7pPr>
            <a:lvl8pPr algn="r">
              <a:defRPr sz="900" b="0">
                <a:solidFill>
                  <a:srgbClr val="B2C4CF"/>
                </a:solidFill>
                <a:latin typeface="Arial"/>
                <a:ea typeface="Arial"/>
                <a:cs typeface="Arial"/>
              </a:defRPr>
            </a:lvl8pPr>
            <a:lvl9pPr algn="r">
              <a:defRPr sz="900" b="0">
                <a:solidFill>
                  <a:srgbClr val="B2C4CF"/>
                </a:solidFill>
                <a:latin typeface="Arial"/>
                <a:ea typeface="Arial"/>
                <a:cs typeface="Arial"/>
              </a:defRPr>
            </a:lvl9pPr>
          </a:lstStyle>
          <a:p xmlns:a="http://schemas.openxmlformats.org/drawingml/2006/main">
            <a:pPr algn="r">
              <a:defRPr sz="900" b="0">
                <a:solidFill>
                  <a:srgbClr val="B2C4CF"/>
                </a:solidFill>
                <a:latin typeface="Arial"/>
                <a:ea typeface="Arial"/>
                <a:cs typeface="Arial"/>
              </a:defRPr>
            </a:pPr>
            <a:r>
              <a:rPr sz="900" b="0">
                <a:solidFill>
                  <a:srgbClr val="B2C4CF"/>
                </a:solidFill>
                <a:latin typeface="Arial"/>
                <a:ea typeface="Arial"/>
                <a:cs typeface="Arial"/>
              </a:rPr>
              <a:t>UTKRISHTA 2026  ·  CHALLENGE 2  ·  10 / 10</a:t>
            </a:r>
          </a:p>
        </p:txBody>
      </p:sp>
      <p:sp>
        <p:nvSpPr>
          <p:cNvPr id="5" name="">
            <a:extLst xmlns:a="http://schemas.openxmlformats.org/drawingml/2006/main">
              <a:ext uri="{FF2B5EF4-FFF2-40B4-BE49-F238E27FC236}">
                <a16:creationId xmlns:a16="http://schemas.microsoft.com/office/drawing/2014/main" id="{9D7DEE33-E792-4F86-8AE8-2FE97667BF69}"/>
              </a:ext>
            </a:extLst>
          </p:cNvPr>
          <p:cNvSpPr>
            <a:spLocks xmlns:a="http://schemas.openxmlformats.org/drawingml/2006/main" noGrp="1"/>
          </p:cNvSpPr>
          <p:nvPr/>
        </p:nvSpPr>
        <p:spPr>
          <a:xfrm xmlns:a="http://schemas.openxmlformats.org/drawingml/2006/main">
            <a:off x="647700" y="1524000"/>
            <a:ext cx="5191125" cy="3638550"/>
          </a:xfrm>
          <a:prstGeom xmlns:a="http://schemas.openxmlformats.org/drawingml/2006/main" prst="roundRect">
            <a:avLst>
              <a:gd name="adj" fmla="val 2094"/>
            </a:avLst>
          </a:prstGeom>
          <a:solidFill xmlns:a="http://schemas.openxmlformats.org/drawingml/2006/main">
            <a:srgbClr val="102332"/>
          </a:solidFill>
          <a:ln xmlns:a="http://schemas.openxmlformats.org/drawingml/2006/main" w="9525">
            <a:solidFill>
              <a:srgbClr val="284455"/>
            </a:solidFill>
            <a:prstDash val="solid"/>
          </a:ln>
        </p:spPr>
      </p:sp>
      <p:sp>
        <p:nvSpPr>
          <p:cNvPr id="6" name="">
            <a:extLst xmlns:a="http://schemas.openxmlformats.org/drawingml/2006/main">
              <a:ext uri="{FF2B5EF4-FFF2-40B4-BE49-F238E27FC236}">
                <a16:creationId xmlns:a16="http://schemas.microsoft.com/office/drawing/2014/main" id="{79AFE036-DF9A-4232-9CF9-35A231D1E88E}"/>
              </a:ext>
            </a:extLst>
          </p:cNvPr>
          <p:cNvSpPr>
            <a:spLocks xmlns:a="http://schemas.openxmlformats.org/drawingml/2006/main" noGrp="1"/>
          </p:cNvSpPr>
          <p:nvPr/>
        </p:nvSpPr>
        <p:spPr>
          <a:xfrm xmlns:a="http://schemas.openxmlformats.org/drawingml/2006/main">
            <a:off x="647700" y="1524000"/>
            <a:ext cx="38100" cy="3638550"/>
          </a:xfrm>
          <a:prstGeom xmlns:a="http://schemas.openxmlformats.org/drawingml/2006/main" prst="rect">
            <a:avLst/>
          </a:prstGeom>
          <a:solidFill xmlns:a="http://schemas.openxmlformats.org/drawingml/2006/main">
            <a:srgbClr val="FF6978"/>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916A69EF-AF72-455D-B570-8FB13204A216}"/>
              </a:ext>
            </a:extLst>
          </p:cNvPr>
          <p:cNvSpPr>
            <a:spLocks xmlns:a="http://schemas.openxmlformats.org/drawingml/2006/main" noGrp="1"/>
          </p:cNvSpPr>
          <p:nvPr/>
        </p:nvSpPr>
        <p:spPr>
          <a:xfrm xmlns:a="http://schemas.openxmlformats.org/drawingml/2006/main">
            <a:off x="895350" y="1752600"/>
            <a:ext cx="447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1">
                <a:solidFill>
                  <a:srgbClr val="FF6978"/>
                </a:solidFill>
                <a:latin typeface="Arial"/>
                <a:ea typeface="Arial"/>
                <a:cs typeface="Arial"/>
              </a:defRPr>
            </a:defPPr>
            <a:lvl1pPr algn="l">
              <a:defRPr sz="1275" b="1">
                <a:solidFill>
                  <a:srgbClr val="FF6978"/>
                </a:solidFill>
                <a:latin typeface="Arial"/>
                <a:ea typeface="Arial"/>
                <a:cs typeface="Arial"/>
              </a:defRPr>
            </a:lvl1pPr>
            <a:lvl2pPr algn="l">
              <a:defRPr sz="1275" b="1">
                <a:solidFill>
                  <a:srgbClr val="FF6978"/>
                </a:solidFill>
                <a:latin typeface="Arial"/>
                <a:ea typeface="Arial"/>
                <a:cs typeface="Arial"/>
              </a:defRPr>
            </a:lvl2pPr>
            <a:lvl3pPr algn="l">
              <a:defRPr sz="1275" b="1">
                <a:solidFill>
                  <a:srgbClr val="FF6978"/>
                </a:solidFill>
                <a:latin typeface="Arial"/>
                <a:ea typeface="Arial"/>
                <a:cs typeface="Arial"/>
              </a:defRPr>
            </a:lvl3pPr>
            <a:lvl4pPr algn="l">
              <a:defRPr sz="1275" b="1">
                <a:solidFill>
                  <a:srgbClr val="FF6978"/>
                </a:solidFill>
                <a:latin typeface="Arial"/>
                <a:ea typeface="Arial"/>
                <a:cs typeface="Arial"/>
              </a:defRPr>
            </a:lvl4pPr>
            <a:lvl5pPr algn="l">
              <a:defRPr sz="1275" b="1">
                <a:solidFill>
                  <a:srgbClr val="FF6978"/>
                </a:solidFill>
                <a:latin typeface="Arial"/>
                <a:ea typeface="Arial"/>
                <a:cs typeface="Arial"/>
              </a:defRPr>
            </a:lvl5pPr>
            <a:lvl6pPr algn="l">
              <a:defRPr sz="1275" b="1">
                <a:solidFill>
                  <a:srgbClr val="FF6978"/>
                </a:solidFill>
                <a:latin typeface="Arial"/>
                <a:ea typeface="Arial"/>
                <a:cs typeface="Arial"/>
              </a:defRPr>
            </a:lvl6pPr>
            <a:lvl7pPr algn="l">
              <a:defRPr sz="1275" b="1">
                <a:solidFill>
                  <a:srgbClr val="FF6978"/>
                </a:solidFill>
                <a:latin typeface="Arial"/>
                <a:ea typeface="Arial"/>
                <a:cs typeface="Arial"/>
              </a:defRPr>
            </a:lvl7pPr>
            <a:lvl8pPr algn="l">
              <a:defRPr sz="1275" b="1">
                <a:solidFill>
                  <a:srgbClr val="FF6978"/>
                </a:solidFill>
                <a:latin typeface="Arial"/>
                <a:ea typeface="Arial"/>
                <a:cs typeface="Arial"/>
              </a:defRPr>
            </a:lvl8pPr>
            <a:lvl9pPr algn="l">
              <a:defRPr sz="1275" b="1">
                <a:solidFill>
                  <a:srgbClr val="FF6978"/>
                </a:solidFill>
                <a:latin typeface="Arial"/>
                <a:ea typeface="Arial"/>
                <a:cs typeface="Arial"/>
              </a:defRPr>
            </a:lvl9pPr>
          </a:lstStyle>
          <a:p xmlns:a="http://schemas.openxmlformats.org/drawingml/2006/main">
            <a:pPr algn="l">
              <a:defRPr sz="1275" b="1">
                <a:solidFill>
                  <a:srgbClr val="FF6978"/>
                </a:solidFill>
                <a:latin typeface="Arial"/>
                <a:ea typeface="Arial"/>
                <a:cs typeface="Arial"/>
              </a:defRPr>
            </a:pPr>
            <a:r>
              <a:rPr sz="1275" b="1">
                <a:solidFill>
                  <a:srgbClr val="FF6978"/>
                </a:solidFill>
                <a:latin typeface="Arial"/>
                <a:ea typeface="Arial"/>
                <a:cs typeface="Arial"/>
              </a:rPr>
              <a:t>LIMITATIONS</a:t>
            </a:r>
          </a:p>
        </p:txBody>
      </p:sp>
      <p:sp>
        <p:nvSpPr>
          <p:cNvPr id="8" name="">
            <a:extLst xmlns:a="http://schemas.openxmlformats.org/drawingml/2006/main">
              <a:ext uri="{FF2B5EF4-FFF2-40B4-BE49-F238E27FC236}">
                <a16:creationId xmlns:a16="http://schemas.microsoft.com/office/drawing/2014/main" id="{9EE4958C-74B6-46C8-B828-D747BF241366}"/>
              </a:ext>
            </a:extLst>
          </p:cNvPr>
          <p:cNvSpPr>
            <a:spLocks xmlns:a="http://schemas.openxmlformats.org/drawingml/2006/main" noGrp="1"/>
          </p:cNvSpPr>
          <p:nvPr/>
        </p:nvSpPr>
        <p:spPr>
          <a:xfrm xmlns:a="http://schemas.openxmlformats.org/drawingml/2006/main">
            <a:off x="914400" y="2381250"/>
            <a:ext cx="85725" cy="85725"/>
          </a:xfrm>
          <a:prstGeom xmlns:a="http://schemas.openxmlformats.org/drawingml/2006/main" prst="ellipse">
            <a:avLst/>
          </a:prstGeom>
          <a:solidFill xmlns:a="http://schemas.openxmlformats.org/drawingml/2006/main">
            <a:srgbClr val="36D9D0"/>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F8552569-DD3A-4228-A991-979528F08082}"/>
              </a:ext>
            </a:extLst>
          </p:cNvPr>
          <p:cNvSpPr>
            <a:spLocks xmlns:a="http://schemas.openxmlformats.org/drawingml/2006/main" noGrp="1"/>
          </p:cNvSpPr>
          <p:nvPr/>
        </p:nvSpPr>
        <p:spPr>
          <a:xfrm xmlns:a="http://schemas.openxmlformats.org/drawingml/2006/main">
            <a:off x="1123950" y="2295525"/>
            <a:ext cx="4267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F2F7FA"/>
                </a:solidFill>
                <a:latin typeface="Arial"/>
                <a:ea typeface="Arial"/>
                <a:cs typeface="Arial"/>
              </a:defRPr>
            </a:defPPr>
            <a:lvl1pPr algn="l">
              <a:defRPr sz="1425" b="0">
                <a:solidFill>
                  <a:srgbClr val="F2F7FA"/>
                </a:solidFill>
                <a:latin typeface="Arial"/>
                <a:ea typeface="Arial"/>
                <a:cs typeface="Arial"/>
              </a:defRPr>
            </a:lvl1pPr>
            <a:lvl2pPr algn="l">
              <a:defRPr sz="1425" b="0">
                <a:solidFill>
                  <a:srgbClr val="F2F7FA"/>
                </a:solidFill>
                <a:latin typeface="Arial"/>
                <a:ea typeface="Arial"/>
                <a:cs typeface="Arial"/>
              </a:defRPr>
            </a:lvl2pPr>
            <a:lvl3pPr algn="l">
              <a:defRPr sz="1425" b="0">
                <a:solidFill>
                  <a:srgbClr val="F2F7FA"/>
                </a:solidFill>
                <a:latin typeface="Arial"/>
                <a:ea typeface="Arial"/>
                <a:cs typeface="Arial"/>
              </a:defRPr>
            </a:lvl3pPr>
            <a:lvl4pPr algn="l">
              <a:defRPr sz="1425" b="0">
                <a:solidFill>
                  <a:srgbClr val="F2F7FA"/>
                </a:solidFill>
                <a:latin typeface="Arial"/>
                <a:ea typeface="Arial"/>
                <a:cs typeface="Arial"/>
              </a:defRPr>
            </a:lvl4pPr>
            <a:lvl5pPr algn="l">
              <a:defRPr sz="1425" b="0">
                <a:solidFill>
                  <a:srgbClr val="F2F7FA"/>
                </a:solidFill>
                <a:latin typeface="Arial"/>
                <a:ea typeface="Arial"/>
                <a:cs typeface="Arial"/>
              </a:defRPr>
            </a:lvl5pPr>
            <a:lvl6pPr algn="l">
              <a:defRPr sz="1425" b="0">
                <a:solidFill>
                  <a:srgbClr val="F2F7FA"/>
                </a:solidFill>
                <a:latin typeface="Arial"/>
                <a:ea typeface="Arial"/>
                <a:cs typeface="Arial"/>
              </a:defRPr>
            </a:lvl6pPr>
            <a:lvl7pPr algn="l">
              <a:defRPr sz="1425" b="0">
                <a:solidFill>
                  <a:srgbClr val="F2F7FA"/>
                </a:solidFill>
                <a:latin typeface="Arial"/>
                <a:ea typeface="Arial"/>
                <a:cs typeface="Arial"/>
              </a:defRPr>
            </a:lvl7pPr>
            <a:lvl8pPr algn="l">
              <a:defRPr sz="1425" b="0">
                <a:solidFill>
                  <a:srgbClr val="F2F7FA"/>
                </a:solidFill>
                <a:latin typeface="Arial"/>
                <a:ea typeface="Arial"/>
                <a:cs typeface="Arial"/>
              </a:defRPr>
            </a:lvl8pPr>
            <a:lvl9pPr algn="l">
              <a:defRPr sz="1425" b="0">
                <a:solidFill>
                  <a:srgbClr val="F2F7FA"/>
                </a:solidFill>
                <a:latin typeface="Arial"/>
                <a:ea typeface="Arial"/>
                <a:cs typeface="Arial"/>
              </a:defRPr>
            </a:lvl9pPr>
          </a:lstStyle>
          <a:p xmlns:a="http://schemas.openxmlformats.org/drawingml/2006/main">
            <a:pPr algn="l">
              <a:defRPr sz="1425" b="0">
                <a:solidFill>
                  <a:srgbClr val="F2F7FA"/>
                </a:solidFill>
                <a:latin typeface="Arial"/>
                <a:ea typeface="Arial"/>
                <a:cs typeface="Arial"/>
              </a:defRPr>
            </a:pPr>
            <a:r>
              <a:rPr sz="1425" b="0">
                <a:solidFill>
                  <a:srgbClr val="F2F7FA"/>
                </a:solidFill>
                <a:latin typeface="Arial"/>
                <a:ea typeface="Arial"/>
                <a:cs typeface="Arial"/>
              </a:rPr>
              <a:t>Synthetic fixture only; no authorized data</a:t>
            </a:r>
          </a:p>
        </p:txBody>
      </p:sp>
      <p:sp>
        <p:nvSpPr>
          <p:cNvPr id="10" name="">
            <a:extLst xmlns:a="http://schemas.openxmlformats.org/drawingml/2006/main">
              <a:ext uri="{FF2B5EF4-FFF2-40B4-BE49-F238E27FC236}">
                <a16:creationId xmlns:a16="http://schemas.microsoft.com/office/drawing/2014/main" id="{6878EB8F-470F-4906-8807-91AA2026A634}"/>
              </a:ext>
            </a:extLst>
          </p:cNvPr>
          <p:cNvSpPr>
            <a:spLocks xmlns:a="http://schemas.openxmlformats.org/drawingml/2006/main" noGrp="1"/>
          </p:cNvSpPr>
          <p:nvPr/>
        </p:nvSpPr>
        <p:spPr>
          <a:xfrm xmlns:a="http://schemas.openxmlformats.org/drawingml/2006/main">
            <a:off x="914400" y="2838450"/>
            <a:ext cx="85725" cy="85725"/>
          </a:xfrm>
          <a:prstGeom xmlns:a="http://schemas.openxmlformats.org/drawingml/2006/main" prst="ellipse">
            <a:avLst/>
          </a:prstGeom>
          <a:solidFill xmlns:a="http://schemas.openxmlformats.org/drawingml/2006/main">
            <a:srgbClr val="36D9D0"/>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2707CC09-131A-4818-B7B0-F5EF59555D40}"/>
              </a:ext>
            </a:extLst>
          </p:cNvPr>
          <p:cNvSpPr>
            <a:spLocks xmlns:a="http://schemas.openxmlformats.org/drawingml/2006/main" noGrp="1"/>
          </p:cNvSpPr>
          <p:nvPr/>
        </p:nvSpPr>
        <p:spPr>
          <a:xfrm xmlns:a="http://schemas.openxmlformats.org/drawingml/2006/main">
            <a:off x="1123950" y="2752725"/>
            <a:ext cx="4267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F2F7FA"/>
                </a:solidFill>
                <a:latin typeface="Arial"/>
                <a:ea typeface="Arial"/>
                <a:cs typeface="Arial"/>
              </a:defRPr>
            </a:defPPr>
            <a:lvl1pPr algn="l">
              <a:defRPr sz="1425" b="0">
                <a:solidFill>
                  <a:srgbClr val="F2F7FA"/>
                </a:solidFill>
                <a:latin typeface="Arial"/>
                <a:ea typeface="Arial"/>
                <a:cs typeface="Arial"/>
              </a:defRPr>
            </a:lvl1pPr>
            <a:lvl2pPr algn="l">
              <a:defRPr sz="1425" b="0">
                <a:solidFill>
                  <a:srgbClr val="F2F7FA"/>
                </a:solidFill>
                <a:latin typeface="Arial"/>
                <a:ea typeface="Arial"/>
                <a:cs typeface="Arial"/>
              </a:defRPr>
            </a:lvl2pPr>
            <a:lvl3pPr algn="l">
              <a:defRPr sz="1425" b="0">
                <a:solidFill>
                  <a:srgbClr val="F2F7FA"/>
                </a:solidFill>
                <a:latin typeface="Arial"/>
                <a:ea typeface="Arial"/>
                <a:cs typeface="Arial"/>
              </a:defRPr>
            </a:lvl3pPr>
            <a:lvl4pPr algn="l">
              <a:defRPr sz="1425" b="0">
                <a:solidFill>
                  <a:srgbClr val="F2F7FA"/>
                </a:solidFill>
                <a:latin typeface="Arial"/>
                <a:ea typeface="Arial"/>
                <a:cs typeface="Arial"/>
              </a:defRPr>
            </a:lvl4pPr>
            <a:lvl5pPr algn="l">
              <a:defRPr sz="1425" b="0">
                <a:solidFill>
                  <a:srgbClr val="F2F7FA"/>
                </a:solidFill>
                <a:latin typeface="Arial"/>
                <a:ea typeface="Arial"/>
                <a:cs typeface="Arial"/>
              </a:defRPr>
            </a:lvl5pPr>
            <a:lvl6pPr algn="l">
              <a:defRPr sz="1425" b="0">
                <a:solidFill>
                  <a:srgbClr val="F2F7FA"/>
                </a:solidFill>
                <a:latin typeface="Arial"/>
                <a:ea typeface="Arial"/>
                <a:cs typeface="Arial"/>
              </a:defRPr>
            </a:lvl6pPr>
            <a:lvl7pPr algn="l">
              <a:defRPr sz="1425" b="0">
                <a:solidFill>
                  <a:srgbClr val="F2F7FA"/>
                </a:solidFill>
                <a:latin typeface="Arial"/>
                <a:ea typeface="Arial"/>
                <a:cs typeface="Arial"/>
              </a:defRPr>
            </a:lvl7pPr>
            <a:lvl8pPr algn="l">
              <a:defRPr sz="1425" b="0">
                <a:solidFill>
                  <a:srgbClr val="F2F7FA"/>
                </a:solidFill>
                <a:latin typeface="Arial"/>
                <a:ea typeface="Arial"/>
                <a:cs typeface="Arial"/>
              </a:defRPr>
            </a:lvl8pPr>
            <a:lvl9pPr algn="l">
              <a:defRPr sz="1425" b="0">
                <a:solidFill>
                  <a:srgbClr val="F2F7FA"/>
                </a:solidFill>
                <a:latin typeface="Arial"/>
                <a:ea typeface="Arial"/>
                <a:cs typeface="Arial"/>
              </a:defRPr>
            </a:lvl9pPr>
          </a:lstStyle>
          <a:p xmlns:a="http://schemas.openxmlformats.org/drawingml/2006/main">
            <a:pPr algn="l">
              <a:defRPr sz="1425" b="0">
                <a:solidFill>
                  <a:srgbClr val="F2F7FA"/>
                </a:solidFill>
                <a:latin typeface="Arial"/>
                <a:ea typeface="Arial"/>
                <a:cs typeface="Arial"/>
              </a:defRPr>
            </a:pPr>
            <a:r>
              <a:rPr sz="1425" b="0">
                <a:solidFill>
                  <a:srgbClr val="F2F7FA"/>
                </a:solidFill>
                <a:latin typeface="Arial"/>
                <a:ea typeface="Arial"/>
                <a:cs typeface="Arial"/>
              </a:rPr>
              <a:t>Provisional scorer; official parity unknown</a:t>
            </a:r>
          </a:p>
        </p:txBody>
      </p:sp>
      <p:sp>
        <p:nvSpPr>
          <p:cNvPr id="12" name="">
            <a:extLst xmlns:a="http://schemas.openxmlformats.org/drawingml/2006/main">
              <a:ext uri="{FF2B5EF4-FFF2-40B4-BE49-F238E27FC236}">
                <a16:creationId xmlns:a16="http://schemas.microsoft.com/office/drawing/2014/main" id="{A2F36A60-A212-4FCE-9635-A9C0B564AC50}"/>
              </a:ext>
            </a:extLst>
          </p:cNvPr>
          <p:cNvSpPr>
            <a:spLocks xmlns:a="http://schemas.openxmlformats.org/drawingml/2006/main" noGrp="1"/>
          </p:cNvSpPr>
          <p:nvPr/>
        </p:nvSpPr>
        <p:spPr>
          <a:xfrm xmlns:a="http://schemas.openxmlformats.org/drawingml/2006/main">
            <a:off x="914400" y="3295650"/>
            <a:ext cx="85725" cy="85725"/>
          </a:xfrm>
          <a:prstGeom xmlns:a="http://schemas.openxmlformats.org/drawingml/2006/main" prst="ellipse">
            <a:avLst/>
          </a:prstGeom>
          <a:solidFill xmlns:a="http://schemas.openxmlformats.org/drawingml/2006/main">
            <a:srgbClr val="36D9D0"/>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37487A2C-D39F-4704-A78B-E54C98F21A59}"/>
              </a:ext>
            </a:extLst>
          </p:cNvPr>
          <p:cNvSpPr>
            <a:spLocks xmlns:a="http://schemas.openxmlformats.org/drawingml/2006/main" noGrp="1"/>
          </p:cNvSpPr>
          <p:nvPr/>
        </p:nvSpPr>
        <p:spPr>
          <a:xfrm xmlns:a="http://schemas.openxmlformats.org/drawingml/2006/main">
            <a:off x="1123950" y="3209925"/>
            <a:ext cx="4267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F2F7FA"/>
                </a:solidFill>
                <a:latin typeface="Arial"/>
                <a:ea typeface="Arial"/>
                <a:cs typeface="Arial"/>
              </a:defRPr>
            </a:defPPr>
            <a:lvl1pPr algn="l">
              <a:defRPr sz="1425" b="0">
                <a:solidFill>
                  <a:srgbClr val="F2F7FA"/>
                </a:solidFill>
                <a:latin typeface="Arial"/>
                <a:ea typeface="Arial"/>
                <a:cs typeface="Arial"/>
              </a:defRPr>
            </a:lvl1pPr>
            <a:lvl2pPr algn="l">
              <a:defRPr sz="1425" b="0">
                <a:solidFill>
                  <a:srgbClr val="F2F7FA"/>
                </a:solidFill>
                <a:latin typeface="Arial"/>
                <a:ea typeface="Arial"/>
                <a:cs typeface="Arial"/>
              </a:defRPr>
            </a:lvl2pPr>
            <a:lvl3pPr algn="l">
              <a:defRPr sz="1425" b="0">
                <a:solidFill>
                  <a:srgbClr val="F2F7FA"/>
                </a:solidFill>
                <a:latin typeface="Arial"/>
                <a:ea typeface="Arial"/>
                <a:cs typeface="Arial"/>
              </a:defRPr>
            </a:lvl3pPr>
            <a:lvl4pPr algn="l">
              <a:defRPr sz="1425" b="0">
                <a:solidFill>
                  <a:srgbClr val="F2F7FA"/>
                </a:solidFill>
                <a:latin typeface="Arial"/>
                <a:ea typeface="Arial"/>
                <a:cs typeface="Arial"/>
              </a:defRPr>
            </a:lvl4pPr>
            <a:lvl5pPr algn="l">
              <a:defRPr sz="1425" b="0">
                <a:solidFill>
                  <a:srgbClr val="F2F7FA"/>
                </a:solidFill>
                <a:latin typeface="Arial"/>
                <a:ea typeface="Arial"/>
                <a:cs typeface="Arial"/>
              </a:defRPr>
            </a:lvl5pPr>
            <a:lvl6pPr algn="l">
              <a:defRPr sz="1425" b="0">
                <a:solidFill>
                  <a:srgbClr val="F2F7FA"/>
                </a:solidFill>
                <a:latin typeface="Arial"/>
                <a:ea typeface="Arial"/>
                <a:cs typeface="Arial"/>
              </a:defRPr>
            </a:lvl6pPr>
            <a:lvl7pPr algn="l">
              <a:defRPr sz="1425" b="0">
                <a:solidFill>
                  <a:srgbClr val="F2F7FA"/>
                </a:solidFill>
                <a:latin typeface="Arial"/>
                <a:ea typeface="Arial"/>
                <a:cs typeface="Arial"/>
              </a:defRPr>
            </a:lvl7pPr>
            <a:lvl8pPr algn="l">
              <a:defRPr sz="1425" b="0">
                <a:solidFill>
                  <a:srgbClr val="F2F7FA"/>
                </a:solidFill>
                <a:latin typeface="Arial"/>
                <a:ea typeface="Arial"/>
                <a:cs typeface="Arial"/>
              </a:defRPr>
            </a:lvl8pPr>
            <a:lvl9pPr algn="l">
              <a:defRPr sz="1425" b="0">
                <a:solidFill>
                  <a:srgbClr val="F2F7FA"/>
                </a:solidFill>
                <a:latin typeface="Arial"/>
                <a:ea typeface="Arial"/>
                <a:cs typeface="Arial"/>
              </a:defRPr>
            </a:lvl9pPr>
          </a:lstStyle>
          <a:p xmlns:a="http://schemas.openxmlformats.org/drawingml/2006/main">
            <a:pPr algn="l">
              <a:defRPr sz="1425" b="0">
                <a:solidFill>
                  <a:srgbClr val="F2F7FA"/>
                </a:solidFill>
                <a:latin typeface="Arial"/>
                <a:ea typeface="Arial"/>
                <a:cs typeface="Arial"/>
              </a:defRPr>
            </a:pPr>
            <a:r>
              <a:rPr sz="1425" b="0">
                <a:solidFill>
                  <a:srgbClr val="F2F7FA"/>
                </a:solidFill>
                <a:latin typeface="Arial"/>
                <a:ea typeface="Arial"/>
                <a:cs typeface="Arial"/>
              </a:rPr>
              <a:t>Single simple baseline; no winner selected</a:t>
            </a:r>
          </a:p>
        </p:txBody>
      </p:sp>
      <p:sp>
        <p:nvSpPr>
          <p:cNvPr id="14" name="">
            <a:extLst xmlns:a="http://schemas.openxmlformats.org/drawingml/2006/main">
              <a:ext uri="{FF2B5EF4-FFF2-40B4-BE49-F238E27FC236}">
                <a16:creationId xmlns:a16="http://schemas.microsoft.com/office/drawing/2014/main" id="{D1722A48-BD51-47D9-8009-827E5BCB89EE}"/>
              </a:ext>
            </a:extLst>
          </p:cNvPr>
          <p:cNvSpPr>
            <a:spLocks xmlns:a="http://schemas.openxmlformats.org/drawingml/2006/main" noGrp="1"/>
          </p:cNvSpPr>
          <p:nvPr/>
        </p:nvSpPr>
        <p:spPr>
          <a:xfrm xmlns:a="http://schemas.openxmlformats.org/drawingml/2006/main">
            <a:off x="914400" y="3752850"/>
            <a:ext cx="85725" cy="85725"/>
          </a:xfrm>
          <a:prstGeom xmlns:a="http://schemas.openxmlformats.org/drawingml/2006/main" prst="ellipse">
            <a:avLst/>
          </a:prstGeom>
          <a:solidFill xmlns:a="http://schemas.openxmlformats.org/drawingml/2006/main">
            <a:srgbClr val="36D9D0"/>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90D26D92-D933-444B-9D4F-8F1434DBC3CF}"/>
              </a:ext>
            </a:extLst>
          </p:cNvPr>
          <p:cNvSpPr>
            <a:spLocks xmlns:a="http://schemas.openxmlformats.org/drawingml/2006/main" noGrp="1"/>
          </p:cNvSpPr>
          <p:nvPr/>
        </p:nvSpPr>
        <p:spPr>
          <a:xfrm xmlns:a="http://schemas.openxmlformats.org/drawingml/2006/main">
            <a:off x="1123950" y="3667125"/>
            <a:ext cx="4267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F2F7FA"/>
                </a:solidFill>
                <a:latin typeface="Arial"/>
                <a:ea typeface="Arial"/>
                <a:cs typeface="Arial"/>
              </a:defRPr>
            </a:defPPr>
            <a:lvl1pPr algn="l">
              <a:defRPr sz="1425" b="0">
                <a:solidFill>
                  <a:srgbClr val="F2F7FA"/>
                </a:solidFill>
                <a:latin typeface="Arial"/>
                <a:ea typeface="Arial"/>
                <a:cs typeface="Arial"/>
              </a:defRPr>
            </a:lvl1pPr>
            <a:lvl2pPr algn="l">
              <a:defRPr sz="1425" b="0">
                <a:solidFill>
                  <a:srgbClr val="F2F7FA"/>
                </a:solidFill>
                <a:latin typeface="Arial"/>
                <a:ea typeface="Arial"/>
                <a:cs typeface="Arial"/>
              </a:defRPr>
            </a:lvl2pPr>
            <a:lvl3pPr algn="l">
              <a:defRPr sz="1425" b="0">
                <a:solidFill>
                  <a:srgbClr val="F2F7FA"/>
                </a:solidFill>
                <a:latin typeface="Arial"/>
                <a:ea typeface="Arial"/>
                <a:cs typeface="Arial"/>
              </a:defRPr>
            </a:lvl3pPr>
            <a:lvl4pPr algn="l">
              <a:defRPr sz="1425" b="0">
                <a:solidFill>
                  <a:srgbClr val="F2F7FA"/>
                </a:solidFill>
                <a:latin typeface="Arial"/>
                <a:ea typeface="Arial"/>
                <a:cs typeface="Arial"/>
              </a:defRPr>
            </a:lvl4pPr>
            <a:lvl5pPr algn="l">
              <a:defRPr sz="1425" b="0">
                <a:solidFill>
                  <a:srgbClr val="F2F7FA"/>
                </a:solidFill>
                <a:latin typeface="Arial"/>
                <a:ea typeface="Arial"/>
                <a:cs typeface="Arial"/>
              </a:defRPr>
            </a:lvl5pPr>
            <a:lvl6pPr algn="l">
              <a:defRPr sz="1425" b="0">
                <a:solidFill>
                  <a:srgbClr val="F2F7FA"/>
                </a:solidFill>
                <a:latin typeface="Arial"/>
                <a:ea typeface="Arial"/>
                <a:cs typeface="Arial"/>
              </a:defRPr>
            </a:lvl6pPr>
            <a:lvl7pPr algn="l">
              <a:defRPr sz="1425" b="0">
                <a:solidFill>
                  <a:srgbClr val="F2F7FA"/>
                </a:solidFill>
                <a:latin typeface="Arial"/>
                <a:ea typeface="Arial"/>
                <a:cs typeface="Arial"/>
              </a:defRPr>
            </a:lvl7pPr>
            <a:lvl8pPr algn="l">
              <a:defRPr sz="1425" b="0">
                <a:solidFill>
                  <a:srgbClr val="F2F7FA"/>
                </a:solidFill>
                <a:latin typeface="Arial"/>
                <a:ea typeface="Arial"/>
                <a:cs typeface="Arial"/>
              </a:defRPr>
            </a:lvl8pPr>
            <a:lvl9pPr algn="l">
              <a:defRPr sz="1425" b="0">
                <a:solidFill>
                  <a:srgbClr val="F2F7FA"/>
                </a:solidFill>
                <a:latin typeface="Arial"/>
                <a:ea typeface="Arial"/>
                <a:cs typeface="Arial"/>
              </a:defRPr>
            </a:lvl9pPr>
          </a:lstStyle>
          <a:p xmlns:a="http://schemas.openxmlformats.org/drawingml/2006/main">
            <a:pPr algn="l">
              <a:defRPr sz="1425" b="0">
                <a:solidFill>
                  <a:srgbClr val="F2F7FA"/>
                </a:solidFill>
                <a:latin typeface="Arial"/>
                <a:ea typeface="Arial"/>
                <a:cs typeface="Arial"/>
              </a:defRPr>
            </a:pPr>
            <a:r>
              <a:rPr sz="1425" b="0">
                <a:solidFill>
                  <a:srgbClr val="F2F7FA"/>
                </a:solidFill>
                <a:latin typeface="Arial"/>
                <a:ea typeface="Arial"/>
                <a:cs typeface="Arial"/>
              </a:rPr>
              <a:t>Starter threshold is fixed, not calibrated</a:t>
            </a:r>
          </a:p>
        </p:txBody>
      </p:sp>
      <p:sp>
        <p:nvSpPr>
          <p:cNvPr id="16" name="">
            <a:extLst xmlns:a="http://schemas.openxmlformats.org/drawingml/2006/main">
              <a:ext uri="{FF2B5EF4-FFF2-40B4-BE49-F238E27FC236}">
                <a16:creationId xmlns:a16="http://schemas.microsoft.com/office/drawing/2014/main" id="{BC10E73A-A589-41FE-9558-C55CC10E74AE}"/>
              </a:ext>
            </a:extLst>
          </p:cNvPr>
          <p:cNvSpPr>
            <a:spLocks xmlns:a="http://schemas.openxmlformats.org/drawingml/2006/main" noGrp="1"/>
          </p:cNvSpPr>
          <p:nvPr/>
        </p:nvSpPr>
        <p:spPr>
          <a:xfrm xmlns:a="http://schemas.openxmlformats.org/drawingml/2006/main">
            <a:off x="914400" y="4210050"/>
            <a:ext cx="85725" cy="85725"/>
          </a:xfrm>
          <a:prstGeom xmlns:a="http://schemas.openxmlformats.org/drawingml/2006/main" prst="ellipse">
            <a:avLst/>
          </a:prstGeom>
          <a:solidFill xmlns:a="http://schemas.openxmlformats.org/drawingml/2006/main">
            <a:srgbClr val="36D9D0"/>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CAE7246C-E4F9-4F14-98DB-93445602780D}"/>
              </a:ext>
            </a:extLst>
          </p:cNvPr>
          <p:cNvSpPr>
            <a:spLocks xmlns:a="http://schemas.openxmlformats.org/drawingml/2006/main" noGrp="1"/>
          </p:cNvSpPr>
          <p:nvPr/>
        </p:nvSpPr>
        <p:spPr>
          <a:xfrm xmlns:a="http://schemas.openxmlformats.org/drawingml/2006/main">
            <a:off x="1123950" y="4124325"/>
            <a:ext cx="4267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F2F7FA"/>
                </a:solidFill>
                <a:latin typeface="Arial"/>
                <a:ea typeface="Arial"/>
                <a:cs typeface="Arial"/>
              </a:defRPr>
            </a:defPPr>
            <a:lvl1pPr algn="l">
              <a:defRPr sz="1425" b="0">
                <a:solidFill>
                  <a:srgbClr val="F2F7FA"/>
                </a:solidFill>
                <a:latin typeface="Arial"/>
                <a:ea typeface="Arial"/>
                <a:cs typeface="Arial"/>
              </a:defRPr>
            </a:lvl1pPr>
            <a:lvl2pPr algn="l">
              <a:defRPr sz="1425" b="0">
                <a:solidFill>
                  <a:srgbClr val="F2F7FA"/>
                </a:solidFill>
                <a:latin typeface="Arial"/>
                <a:ea typeface="Arial"/>
                <a:cs typeface="Arial"/>
              </a:defRPr>
            </a:lvl2pPr>
            <a:lvl3pPr algn="l">
              <a:defRPr sz="1425" b="0">
                <a:solidFill>
                  <a:srgbClr val="F2F7FA"/>
                </a:solidFill>
                <a:latin typeface="Arial"/>
                <a:ea typeface="Arial"/>
                <a:cs typeface="Arial"/>
              </a:defRPr>
            </a:lvl3pPr>
            <a:lvl4pPr algn="l">
              <a:defRPr sz="1425" b="0">
                <a:solidFill>
                  <a:srgbClr val="F2F7FA"/>
                </a:solidFill>
                <a:latin typeface="Arial"/>
                <a:ea typeface="Arial"/>
                <a:cs typeface="Arial"/>
              </a:defRPr>
            </a:lvl4pPr>
            <a:lvl5pPr algn="l">
              <a:defRPr sz="1425" b="0">
                <a:solidFill>
                  <a:srgbClr val="F2F7FA"/>
                </a:solidFill>
                <a:latin typeface="Arial"/>
                <a:ea typeface="Arial"/>
                <a:cs typeface="Arial"/>
              </a:defRPr>
            </a:lvl5pPr>
            <a:lvl6pPr algn="l">
              <a:defRPr sz="1425" b="0">
                <a:solidFill>
                  <a:srgbClr val="F2F7FA"/>
                </a:solidFill>
                <a:latin typeface="Arial"/>
                <a:ea typeface="Arial"/>
                <a:cs typeface="Arial"/>
              </a:defRPr>
            </a:lvl6pPr>
            <a:lvl7pPr algn="l">
              <a:defRPr sz="1425" b="0">
                <a:solidFill>
                  <a:srgbClr val="F2F7FA"/>
                </a:solidFill>
                <a:latin typeface="Arial"/>
                <a:ea typeface="Arial"/>
                <a:cs typeface="Arial"/>
              </a:defRPr>
            </a:lvl7pPr>
            <a:lvl8pPr algn="l">
              <a:defRPr sz="1425" b="0">
                <a:solidFill>
                  <a:srgbClr val="F2F7FA"/>
                </a:solidFill>
                <a:latin typeface="Arial"/>
                <a:ea typeface="Arial"/>
                <a:cs typeface="Arial"/>
              </a:defRPr>
            </a:lvl8pPr>
            <a:lvl9pPr algn="l">
              <a:defRPr sz="1425" b="0">
                <a:solidFill>
                  <a:srgbClr val="F2F7FA"/>
                </a:solidFill>
                <a:latin typeface="Arial"/>
                <a:ea typeface="Arial"/>
                <a:cs typeface="Arial"/>
              </a:defRPr>
            </a:lvl9pPr>
          </a:lstStyle>
          <a:p xmlns:a="http://schemas.openxmlformats.org/drawingml/2006/main">
            <a:pPr algn="l">
              <a:defRPr sz="1425" b="0">
                <a:solidFill>
                  <a:srgbClr val="F2F7FA"/>
                </a:solidFill>
                <a:latin typeface="Arial"/>
                <a:ea typeface="Arial"/>
                <a:cs typeface="Arial"/>
              </a:defRPr>
            </a:pPr>
            <a:r>
              <a:rPr sz="1425" b="0">
                <a:solidFill>
                  <a:srgbClr val="F2F7FA"/>
                </a:solidFill>
                <a:latin typeface="Arial"/>
                <a:ea typeface="Arial"/>
                <a:cs typeface="Arial"/>
              </a:rPr>
              <a:t>Persistent faults can enter rolling history</a:t>
            </a:r>
          </a:p>
        </p:txBody>
      </p:sp>
      <p:sp>
        <p:nvSpPr>
          <p:cNvPr id="18" name="">
            <a:extLst xmlns:a="http://schemas.openxmlformats.org/drawingml/2006/main">
              <a:ext uri="{FF2B5EF4-FFF2-40B4-BE49-F238E27FC236}">
                <a16:creationId xmlns:a16="http://schemas.microsoft.com/office/drawing/2014/main" id="{CE9AEE9D-E93A-4F6B-86A2-DA5AB3133522}"/>
              </a:ext>
            </a:extLst>
          </p:cNvPr>
          <p:cNvSpPr>
            <a:spLocks xmlns:a="http://schemas.openxmlformats.org/drawingml/2006/main" noGrp="1"/>
          </p:cNvSpPr>
          <p:nvPr/>
        </p:nvSpPr>
        <p:spPr>
          <a:xfrm xmlns:a="http://schemas.openxmlformats.org/drawingml/2006/main">
            <a:off x="6162675" y="1524000"/>
            <a:ext cx="5381625" cy="3638550"/>
          </a:xfrm>
          <a:prstGeom xmlns:a="http://schemas.openxmlformats.org/drawingml/2006/main" prst="roundRect">
            <a:avLst>
              <a:gd name="adj" fmla="val 2094"/>
            </a:avLst>
          </a:prstGeom>
          <a:solidFill xmlns:a="http://schemas.openxmlformats.org/drawingml/2006/main">
            <a:srgbClr val="102332"/>
          </a:solidFill>
          <a:ln xmlns:a="http://schemas.openxmlformats.org/drawingml/2006/main" w="9525">
            <a:solidFill>
              <a:srgbClr val="284455"/>
            </a:solidFill>
            <a:prstDash val="solid"/>
          </a:ln>
        </p:spPr>
      </p:sp>
      <p:sp>
        <p:nvSpPr>
          <p:cNvPr id="19" name="">
            <a:extLst xmlns:a="http://schemas.openxmlformats.org/drawingml/2006/main">
              <a:ext uri="{FF2B5EF4-FFF2-40B4-BE49-F238E27FC236}">
                <a16:creationId xmlns:a16="http://schemas.microsoft.com/office/drawing/2014/main" id="{1D276B1B-E3FE-43B9-8484-D33B57762B4E}"/>
              </a:ext>
            </a:extLst>
          </p:cNvPr>
          <p:cNvSpPr>
            <a:spLocks xmlns:a="http://schemas.openxmlformats.org/drawingml/2006/main" noGrp="1"/>
          </p:cNvSpPr>
          <p:nvPr/>
        </p:nvSpPr>
        <p:spPr>
          <a:xfrm xmlns:a="http://schemas.openxmlformats.org/drawingml/2006/main">
            <a:off x="6162675" y="1524000"/>
            <a:ext cx="38100" cy="3638550"/>
          </a:xfrm>
          <a:prstGeom xmlns:a="http://schemas.openxmlformats.org/drawingml/2006/main" prst="rect">
            <a:avLst/>
          </a:prstGeom>
          <a:solidFill xmlns:a="http://schemas.openxmlformats.org/drawingml/2006/main">
            <a:srgbClr val="36D9D0"/>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2CF547B0-76E6-4EF2-A7DD-4F579DB1159E}"/>
              </a:ext>
            </a:extLst>
          </p:cNvPr>
          <p:cNvSpPr>
            <a:spLocks xmlns:a="http://schemas.openxmlformats.org/drawingml/2006/main" noGrp="1"/>
          </p:cNvSpPr>
          <p:nvPr/>
        </p:nvSpPr>
        <p:spPr>
          <a:xfrm xmlns:a="http://schemas.openxmlformats.org/drawingml/2006/main">
            <a:off x="6410325" y="1752600"/>
            <a:ext cx="4667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1">
                <a:solidFill>
                  <a:srgbClr val="36D9D0"/>
                </a:solidFill>
                <a:latin typeface="Arial"/>
                <a:ea typeface="Arial"/>
                <a:cs typeface="Arial"/>
              </a:defRPr>
            </a:defPPr>
            <a:lvl1pPr algn="l">
              <a:defRPr sz="1275" b="1">
                <a:solidFill>
                  <a:srgbClr val="36D9D0"/>
                </a:solidFill>
                <a:latin typeface="Arial"/>
                <a:ea typeface="Arial"/>
                <a:cs typeface="Arial"/>
              </a:defRPr>
            </a:lvl1pPr>
            <a:lvl2pPr algn="l">
              <a:defRPr sz="1275" b="1">
                <a:solidFill>
                  <a:srgbClr val="36D9D0"/>
                </a:solidFill>
                <a:latin typeface="Arial"/>
                <a:ea typeface="Arial"/>
                <a:cs typeface="Arial"/>
              </a:defRPr>
            </a:lvl2pPr>
            <a:lvl3pPr algn="l">
              <a:defRPr sz="1275" b="1">
                <a:solidFill>
                  <a:srgbClr val="36D9D0"/>
                </a:solidFill>
                <a:latin typeface="Arial"/>
                <a:ea typeface="Arial"/>
                <a:cs typeface="Arial"/>
              </a:defRPr>
            </a:lvl3pPr>
            <a:lvl4pPr algn="l">
              <a:defRPr sz="1275" b="1">
                <a:solidFill>
                  <a:srgbClr val="36D9D0"/>
                </a:solidFill>
                <a:latin typeface="Arial"/>
                <a:ea typeface="Arial"/>
                <a:cs typeface="Arial"/>
              </a:defRPr>
            </a:lvl4pPr>
            <a:lvl5pPr algn="l">
              <a:defRPr sz="1275" b="1">
                <a:solidFill>
                  <a:srgbClr val="36D9D0"/>
                </a:solidFill>
                <a:latin typeface="Arial"/>
                <a:ea typeface="Arial"/>
                <a:cs typeface="Arial"/>
              </a:defRPr>
            </a:lvl5pPr>
            <a:lvl6pPr algn="l">
              <a:defRPr sz="1275" b="1">
                <a:solidFill>
                  <a:srgbClr val="36D9D0"/>
                </a:solidFill>
                <a:latin typeface="Arial"/>
                <a:ea typeface="Arial"/>
                <a:cs typeface="Arial"/>
              </a:defRPr>
            </a:lvl6pPr>
            <a:lvl7pPr algn="l">
              <a:defRPr sz="1275" b="1">
                <a:solidFill>
                  <a:srgbClr val="36D9D0"/>
                </a:solidFill>
                <a:latin typeface="Arial"/>
                <a:ea typeface="Arial"/>
                <a:cs typeface="Arial"/>
              </a:defRPr>
            </a:lvl7pPr>
            <a:lvl8pPr algn="l">
              <a:defRPr sz="1275" b="1">
                <a:solidFill>
                  <a:srgbClr val="36D9D0"/>
                </a:solidFill>
                <a:latin typeface="Arial"/>
                <a:ea typeface="Arial"/>
                <a:cs typeface="Arial"/>
              </a:defRPr>
            </a:lvl8pPr>
            <a:lvl9pPr algn="l">
              <a:defRPr sz="1275" b="1">
                <a:solidFill>
                  <a:srgbClr val="36D9D0"/>
                </a:solidFill>
                <a:latin typeface="Arial"/>
                <a:ea typeface="Arial"/>
                <a:cs typeface="Arial"/>
              </a:defRPr>
            </a:lvl9pPr>
          </a:lstStyle>
          <a:p xmlns:a="http://schemas.openxmlformats.org/drawingml/2006/main">
            <a:pPr algn="l">
              <a:defRPr sz="1275" b="1">
                <a:solidFill>
                  <a:srgbClr val="36D9D0"/>
                </a:solidFill>
                <a:latin typeface="Arial"/>
                <a:ea typeface="Arial"/>
                <a:cs typeface="Arial"/>
              </a:defRPr>
            </a:pPr>
            <a:r>
              <a:rPr sz="1275" b="1">
                <a:solidFill>
                  <a:srgbClr val="36D9D0"/>
                </a:solidFill>
                <a:latin typeface="Arial"/>
                <a:ea typeface="Arial"/>
                <a:cs typeface="Arial"/>
              </a:rPr>
              <a:t>NEXT GATES</a:t>
            </a:r>
          </a:p>
        </p:txBody>
      </p:sp>
      <p:sp>
        <p:nvSpPr>
          <p:cNvPr id="21" name="">
            <a:extLst xmlns:a="http://schemas.openxmlformats.org/drawingml/2006/main">
              <a:ext uri="{FF2B5EF4-FFF2-40B4-BE49-F238E27FC236}">
                <a16:creationId xmlns:a16="http://schemas.microsoft.com/office/drawing/2014/main" id="{0B0BF29C-3A7D-47C6-9971-3668271B1CF8}"/>
              </a:ext>
            </a:extLst>
          </p:cNvPr>
          <p:cNvSpPr>
            <a:spLocks xmlns:a="http://schemas.openxmlformats.org/drawingml/2006/main" noGrp="1"/>
          </p:cNvSpPr>
          <p:nvPr/>
        </p:nvSpPr>
        <p:spPr>
          <a:xfrm xmlns:a="http://schemas.openxmlformats.org/drawingml/2006/main">
            <a:off x="6429375" y="2381250"/>
            <a:ext cx="85725" cy="85725"/>
          </a:xfrm>
          <a:prstGeom xmlns:a="http://schemas.openxmlformats.org/drawingml/2006/main" prst="ellipse">
            <a:avLst/>
          </a:prstGeom>
          <a:solidFill xmlns:a="http://schemas.openxmlformats.org/drawingml/2006/main">
            <a:srgbClr val="36D9D0"/>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E79C891E-A1D4-4C32-B2F1-3153F0973C77}"/>
              </a:ext>
            </a:extLst>
          </p:cNvPr>
          <p:cNvSpPr>
            <a:spLocks xmlns:a="http://schemas.openxmlformats.org/drawingml/2006/main" noGrp="1"/>
          </p:cNvSpPr>
          <p:nvPr/>
        </p:nvSpPr>
        <p:spPr>
          <a:xfrm xmlns:a="http://schemas.openxmlformats.org/drawingml/2006/main">
            <a:off x="6638925" y="2295525"/>
            <a:ext cx="447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F2F7FA"/>
                </a:solidFill>
                <a:latin typeface="Arial"/>
                <a:ea typeface="Arial"/>
                <a:cs typeface="Arial"/>
              </a:defRPr>
            </a:defPPr>
            <a:lvl1pPr algn="l">
              <a:defRPr sz="1425" b="0">
                <a:solidFill>
                  <a:srgbClr val="F2F7FA"/>
                </a:solidFill>
                <a:latin typeface="Arial"/>
                <a:ea typeface="Arial"/>
                <a:cs typeface="Arial"/>
              </a:defRPr>
            </a:lvl1pPr>
            <a:lvl2pPr algn="l">
              <a:defRPr sz="1425" b="0">
                <a:solidFill>
                  <a:srgbClr val="F2F7FA"/>
                </a:solidFill>
                <a:latin typeface="Arial"/>
                <a:ea typeface="Arial"/>
                <a:cs typeface="Arial"/>
              </a:defRPr>
            </a:lvl2pPr>
            <a:lvl3pPr algn="l">
              <a:defRPr sz="1425" b="0">
                <a:solidFill>
                  <a:srgbClr val="F2F7FA"/>
                </a:solidFill>
                <a:latin typeface="Arial"/>
                <a:ea typeface="Arial"/>
                <a:cs typeface="Arial"/>
              </a:defRPr>
            </a:lvl3pPr>
            <a:lvl4pPr algn="l">
              <a:defRPr sz="1425" b="0">
                <a:solidFill>
                  <a:srgbClr val="F2F7FA"/>
                </a:solidFill>
                <a:latin typeface="Arial"/>
                <a:ea typeface="Arial"/>
                <a:cs typeface="Arial"/>
              </a:defRPr>
            </a:lvl4pPr>
            <a:lvl5pPr algn="l">
              <a:defRPr sz="1425" b="0">
                <a:solidFill>
                  <a:srgbClr val="F2F7FA"/>
                </a:solidFill>
                <a:latin typeface="Arial"/>
                <a:ea typeface="Arial"/>
                <a:cs typeface="Arial"/>
              </a:defRPr>
            </a:lvl5pPr>
            <a:lvl6pPr algn="l">
              <a:defRPr sz="1425" b="0">
                <a:solidFill>
                  <a:srgbClr val="F2F7FA"/>
                </a:solidFill>
                <a:latin typeface="Arial"/>
                <a:ea typeface="Arial"/>
                <a:cs typeface="Arial"/>
              </a:defRPr>
            </a:lvl6pPr>
            <a:lvl7pPr algn="l">
              <a:defRPr sz="1425" b="0">
                <a:solidFill>
                  <a:srgbClr val="F2F7FA"/>
                </a:solidFill>
                <a:latin typeface="Arial"/>
                <a:ea typeface="Arial"/>
                <a:cs typeface="Arial"/>
              </a:defRPr>
            </a:lvl7pPr>
            <a:lvl8pPr algn="l">
              <a:defRPr sz="1425" b="0">
                <a:solidFill>
                  <a:srgbClr val="F2F7FA"/>
                </a:solidFill>
                <a:latin typeface="Arial"/>
                <a:ea typeface="Arial"/>
                <a:cs typeface="Arial"/>
              </a:defRPr>
            </a:lvl8pPr>
            <a:lvl9pPr algn="l">
              <a:defRPr sz="1425" b="0">
                <a:solidFill>
                  <a:srgbClr val="F2F7FA"/>
                </a:solidFill>
                <a:latin typeface="Arial"/>
                <a:ea typeface="Arial"/>
                <a:cs typeface="Arial"/>
              </a:defRPr>
            </a:lvl9pPr>
          </a:lstStyle>
          <a:p xmlns:a="http://schemas.openxmlformats.org/drawingml/2006/main">
            <a:pPr algn="l">
              <a:defRPr sz="1425" b="0">
                <a:solidFill>
                  <a:srgbClr val="F2F7FA"/>
                </a:solidFill>
                <a:latin typeface="Arial"/>
                <a:ea typeface="Arial"/>
                <a:cs typeface="Arial"/>
              </a:defRPr>
            </a:pPr>
            <a:r>
              <a:rPr sz="1425" b="0">
                <a:solidFill>
                  <a:srgbClr val="F2F7FA"/>
                </a:solidFill>
                <a:latin typeface="Arial"/>
                <a:ea typeface="Arial"/>
                <a:cs typeface="Arial"/>
              </a:rPr>
              <a:t>Get starter pack, permissions and labels</a:t>
            </a:r>
          </a:p>
        </p:txBody>
      </p:sp>
      <p:sp>
        <p:nvSpPr>
          <p:cNvPr id="23" name="">
            <a:extLst xmlns:a="http://schemas.openxmlformats.org/drawingml/2006/main">
              <a:ext uri="{FF2B5EF4-FFF2-40B4-BE49-F238E27FC236}">
                <a16:creationId xmlns:a16="http://schemas.microsoft.com/office/drawing/2014/main" id="{961B28A1-9506-436E-8AAC-169D36B47770}"/>
              </a:ext>
            </a:extLst>
          </p:cNvPr>
          <p:cNvSpPr>
            <a:spLocks xmlns:a="http://schemas.openxmlformats.org/drawingml/2006/main" noGrp="1"/>
          </p:cNvSpPr>
          <p:nvPr/>
        </p:nvSpPr>
        <p:spPr>
          <a:xfrm xmlns:a="http://schemas.openxmlformats.org/drawingml/2006/main">
            <a:off x="6429375" y="2838450"/>
            <a:ext cx="85725" cy="85725"/>
          </a:xfrm>
          <a:prstGeom xmlns:a="http://schemas.openxmlformats.org/drawingml/2006/main" prst="ellipse">
            <a:avLst/>
          </a:prstGeom>
          <a:solidFill xmlns:a="http://schemas.openxmlformats.org/drawingml/2006/main">
            <a:srgbClr val="36D9D0"/>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EB3132A0-C597-4C72-809E-57BB3C21C799}"/>
              </a:ext>
            </a:extLst>
          </p:cNvPr>
          <p:cNvSpPr>
            <a:spLocks xmlns:a="http://schemas.openxmlformats.org/drawingml/2006/main" noGrp="1"/>
          </p:cNvSpPr>
          <p:nvPr/>
        </p:nvSpPr>
        <p:spPr>
          <a:xfrm xmlns:a="http://schemas.openxmlformats.org/drawingml/2006/main">
            <a:off x="6638925" y="2752725"/>
            <a:ext cx="447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F2F7FA"/>
                </a:solidFill>
                <a:latin typeface="Arial"/>
                <a:ea typeface="Arial"/>
                <a:cs typeface="Arial"/>
              </a:defRPr>
            </a:defPPr>
            <a:lvl1pPr algn="l">
              <a:defRPr sz="1425" b="0">
                <a:solidFill>
                  <a:srgbClr val="F2F7FA"/>
                </a:solidFill>
                <a:latin typeface="Arial"/>
                <a:ea typeface="Arial"/>
                <a:cs typeface="Arial"/>
              </a:defRPr>
            </a:lvl1pPr>
            <a:lvl2pPr algn="l">
              <a:defRPr sz="1425" b="0">
                <a:solidFill>
                  <a:srgbClr val="F2F7FA"/>
                </a:solidFill>
                <a:latin typeface="Arial"/>
                <a:ea typeface="Arial"/>
                <a:cs typeface="Arial"/>
              </a:defRPr>
            </a:lvl2pPr>
            <a:lvl3pPr algn="l">
              <a:defRPr sz="1425" b="0">
                <a:solidFill>
                  <a:srgbClr val="F2F7FA"/>
                </a:solidFill>
                <a:latin typeface="Arial"/>
                <a:ea typeface="Arial"/>
                <a:cs typeface="Arial"/>
              </a:defRPr>
            </a:lvl3pPr>
            <a:lvl4pPr algn="l">
              <a:defRPr sz="1425" b="0">
                <a:solidFill>
                  <a:srgbClr val="F2F7FA"/>
                </a:solidFill>
                <a:latin typeface="Arial"/>
                <a:ea typeface="Arial"/>
                <a:cs typeface="Arial"/>
              </a:defRPr>
            </a:lvl4pPr>
            <a:lvl5pPr algn="l">
              <a:defRPr sz="1425" b="0">
                <a:solidFill>
                  <a:srgbClr val="F2F7FA"/>
                </a:solidFill>
                <a:latin typeface="Arial"/>
                <a:ea typeface="Arial"/>
                <a:cs typeface="Arial"/>
              </a:defRPr>
            </a:lvl5pPr>
            <a:lvl6pPr algn="l">
              <a:defRPr sz="1425" b="0">
                <a:solidFill>
                  <a:srgbClr val="F2F7FA"/>
                </a:solidFill>
                <a:latin typeface="Arial"/>
                <a:ea typeface="Arial"/>
                <a:cs typeface="Arial"/>
              </a:defRPr>
            </a:lvl6pPr>
            <a:lvl7pPr algn="l">
              <a:defRPr sz="1425" b="0">
                <a:solidFill>
                  <a:srgbClr val="F2F7FA"/>
                </a:solidFill>
                <a:latin typeface="Arial"/>
                <a:ea typeface="Arial"/>
                <a:cs typeface="Arial"/>
              </a:defRPr>
            </a:lvl7pPr>
            <a:lvl8pPr algn="l">
              <a:defRPr sz="1425" b="0">
                <a:solidFill>
                  <a:srgbClr val="F2F7FA"/>
                </a:solidFill>
                <a:latin typeface="Arial"/>
                <a:ea typeface="Arial"/>
                <a:cs typeface="Arial"/>
              </a:defRPr>
            </a:lvl8pPr>
            <a:lvl9pPr algn="l">
              <a:defRPr sz="1425" b="0">
                <a:solidFill>
                  <a:srgbClr val="F2F7FA"/>
                </a:solidFill>
                <a:latin typeface="Arial"/>
                <a:ea typeface="Arial"/>
                <a:cs typeface="Arial"/>
              </a:defRPr>
            </a:lvl9pPr>
          </a:lstStyle>
          <a:p xmlns:a="http://schemas.openxmlformats.org/drawingml/2006/main">
            <a:pPr algn="l">
              <a:defRPr sz="1425" b="0">
                <a:solidFill>
                  <a:srgbClr val="F2F7FA"/>
                </a:solidFill>
                <a:latin typeface="Arial"/>
                <a:ea typeface="Arial"/>
                <a:cs typeface="Arial"/>
              </a:defRPr>
            </a:pPr>
            <a:r>
              <a:rPr sz="1425" b="0">
                <a:solidFill>
                  <a:srgbClr val="F2F7FA"/>
                </a:solidFill>
                <a:latin typeface="Arial"/>
                <a:ea typeface="Arial"/>
                <a:cs typeface="Arial"/>
              </a:rPr>
              <a:t>Resolve Q01/Q09 time and cadence semantics</a:t>
            </a:r>
          </a:p>
        </p:txBody>
      </p:sp>
      <p:sp>
        <p:nvSpPr>
          <p:cNvPr id="25" name="">
            <a:extLst xmlns:a="http://schemas.openxmlformats.org/drawingml/2006/main">
              <a:ext uri="{FF2B5EF4-FFF2-40B4-BE49-F238E27FC236}">
                <a16:creationId xmlns:a16="http://schemas.microsoft.com/office/drawing/2014/main" id="{0C69BBAB-89E2-4E1B-AC2A-1D5774E1E958}"/>
              </a:ext>
            </a:extLst>
          </p:cNvPr>
          <p:cNvSpPr>
            <a:spLocks xmlns:a="http://schemas.openxmlformats.org/drawingml/2006/main" noGrp="1"/>
          </p:cNvSpPr>
          <p:nvPr/>
        </p:nvSpPr>
        <p:spPr>
          <a:xfrm xmlns:a="http://schemas.openxmlformats.org/drawingml/2006/main">
            <a:off x="6429375" y="3295650"/>
            <a:ext cx="85725" cy="85725"/>
          </a:xfrm>
          <a:prstGeom xmlns:a="http://schemas.openxmlformats.org/drawingml/2006/main" prst="ellipse">
            <a:avLst/>
          </a:prstGeom>
          <a:solidFill xmlns:a="http://schemas.openxmlformats.org/drawingml/2006/main">
            <a:srgbClr val="36D9D0"/>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482C7638-A8FC-47E2-8B69-A4A5A6BB3628}"/>
              </a:ext>
            </a:extLst>
          </p:cNvPr>
          <p:cNvSpPr>
            <a:spLocks xmlns:a="http://schemas.openxmlformats.org/drawingml/2006/main" noGrp="1"/>
          </p:cNvSpPr>
          <p:nvPr/>
        </p:nvSpPr>
        <p:spPr>
          <a:xfrm xmlns:a="http://schemas.openxmlformats.org/drawingml/2006/main">
            <a:off x="6638925" y="3209925"/>
            <a:ext cx="447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F2F7FA"/>
                </a:solidFill>
                <a:latin typeface="Arial"/>
                <a:ea typeface="Arial"/>
                <a:cs typeface="Arial"/>
              </a:defRPr>
            </a:defPPr>
            <a:lvl1pPr algn="l">
              <a:defRPr sz="1425" b="0">
                <a:solidFill>
                  <a:srgbClr val="F2F7FA"/>
                </a:solidFill>
                <a:latin typeface="Arial"/>
                <a:ea typeface="Arial"/>
                <a:cs typeface="Arial"/>
              </a:defRPr>
            </a:lvl1pPr>
            <a:lvl2pPr algn="l">
              <a:defRPr sz="1425" b="0">
                <a:solidFill>
                  <a:srgbClr val="F2F7FA"/>
                </a:solidFill>
                <a:latin typeface="Arial"/>
                <a:ea typeface="Arial"/>
                <a:cs typeface="Arial"/>
              </a:defRPr>
            </a:lvl2pPr>
            <a:lvl3pPr algn="l">
              <a:defRPr sz="1425" b="0">
                <a:solidFill>
                  <a:srgbClr val="F2F7FA"/>
                </a:solidFill>
                <a:latin typeface="Arial"/>
                <a:ea typeface="Arial"/>
                <a:cs typeface="Arial"/>
              </a:defRPr>
            </a:lvl3pPr>
            <a:lvl4pPr algn="l">
              <a:defRPr sz="1425" b="0">
                <a:solidFill>
                  <a:srgbClr val="F2F7FA"/>
                </a:solidFill>
                <a:latin typeface="Arial"/>
                <a:ea typeface="Arial"/>
                <a:cs typeface="Arial"/>
              </a:defRPr>
            </a:lvl4pPr>
            <a:lvl5pPr algn="l">
              <a:defRPr sz="1425" b="0">
                <a:solidFill>
                  <a:srgbClr val="F2F7FA"/>
                </a:solidFill>
                <a:latin typeface="Arial"/>
                <a:ea typeface="Arial"/>
                <a:cs typeface="Arial"/>
              </a:defRPr>
            </a:lvl5pPr>
            <a:lvl6pPr algn="l">
              <a:defRPr sz="1425" b="0">
                <a:solidFill>
                  <a:srgbClr val="F2F7FA"/>
                </a:solidFill>
                <a:latin typeface="Arial"/>
                <a:ea typeface="Arial"/>
                <a:cs typeface="Arial"/>
              </a:defRPr>
            </a:lvl6pPr>
            <a:lvl7pPr algn="l">
              <a:defRPr sz="1425" b="0">
                <a:solidFill>
                  <a:srgbClr val="F2F7FA"/>
                </a:solidFill>
                <a:latin typeface="Arial"/>
                <a:ea typeface="Arial"/>
                <a:cs typeface="Arial"/>
              </a:defRPr>
            </a:lvl7pPr>
            <a:lvl8pPr algn="l">
              <a:defRPr sz="1425" b="0">
                <a:solidFill>
                  <a:srgbClr val="F2F7FA"/>
                </a:solidFill>
                <a:latin typeface="Arial"/>
                <a:ea typeface="Arial"/>
                <a:cs typeface="Arial"/>
              </a:defRPr>
            </a:lvl8pPr>
            <a:lvl9pPr algn="l">
              <a:defRPr sz="1425" b="0">
                <a:solidFill>
                  <a:srgbClr val="F2F7FA"/>
                </a:solidFill>
                <a:latin typeface="Arial"/>
                <a:ea typeface="Arial"/>
                <a:cs typeface="Arial"/>
              </a:defRPr>
            </a:lvl9pPr>
          </a:lstStyle>
          <a:p xmlns:a="http://schemas.openxmlformats.org/drawingml/2006/main">
            <a:pPr algn="l">
              <a:defRPr sz="1425" b="0">
                <a:solidFill>
                  <a:srgbClr val="F2F7FA"/>
                </a:solidFill>
                <a:latin typeface="Arial"/>
                <a:ea typeface="Arial"/>
                <a:cs typeface="Arial"/>
              </a:defRPr>
            </a:pPr>
            <a:r>
              <a:rPr sz="1425" b="0">
                <a:solidFill>
                  <a:srgbClr val="F2F7FA"/>
                </a:solidFill>
                <a:latin typeface="Arial"/>
                <a:ea typeface="Arial"/>
                <a:cs typeface="Arial"/>
              </a:rPr>
              <a:t>Obtain scorer, schema and golden examples</a:t>
            </a:r>
          </a:p>
        </p:txBody>
      </p:sp>
      <p:sp>
        <p:nvSpPr>
          <p:cNvPr id="27" name="">
            <a:extLst xmlns:a="http://schemas.openxmlformats.org/drawingml/2006/main">
              <a:ext uri="{FF2B5EF4-FFF2-40B4-BE49-F238E27FC236}">
                <a16:creationId xmlns:a16="http://schemas.microsoft.com/office/drawing/2014/main" id="{78EB2E70-74C6-4648-A80E-028291CF7CB5}"/>
              </a:ext>
            </a:extLst>
          </p:cNvPr>
          <p:cNvSpPr>
            <a:spLocks xmlns:a="http://schemas.openxmlformats.org/drawingml/2006/main" noGrp="1"/>
          </p:cNvSpPr>
          <p:nvPr/>
        </p:nvSpPr>
        <p:spPr>
          <a:xfrm xmlns:a="http://schemas.openxmlformats.org/drawingml/2006/main">
            <a:off x="6429375" y="3752850"/>
            <a:ext cx="85725" cy="85725"/>
          </a:xfrm>
          <a:prstGeom xmlns:a="http://schemas.openxmlformats.org/drawingml/2006/main" prst="ellipse">
            <a:avLst/>
          </a:prstGeom>
          <a:solidFill xmlns:a="http://schemas.openxmlformats.org/drawingml/2006/main">
            <a:srgbClr val="36D9D0"/>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587C958E-7EE7-4B9A-A62A-0AAE96A02099}"/>
              </a:ext>
            </a:extLst>
          </p:cNvPr>
          <p:cNvSpPr>
            <a:spLocks xmlns:a="http://schemas.openxmlformats.org/drawingml/2006/main" noGrp="1"/>
          </p:cNvSpPr>
          <p:nvPr/>
        </p:nvSpPr>
        <p:spPr>
          <a:xfrm xmlns:a="http://schemas.openxmlformats.org/drawingml/2006/main">
            <a:off x="6638925" y="3667125"/>
            <a:ext cx="447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F2F7FA"/>
                </a:solidFill>
                <a:latin typeface="Arial"/>
                <a:ea typeface="Arial"/>
                <a:cs typeface="Arial"/>
              </a:defRPr>
            </a:defPPr>
            <a:lvl1pPr algn="l">
              <a:defRPr sz="1425" b="0">
                <a:solidFill>
                  <a:srgbClr val="F2F7FA"/>
                </a:solidFill>
                <a:latin typeface="Arial"/>
                <a:ea typeface="Arial"/>
                <a:cs typeface="Arial"/>
              </a:defRPr>
            </a:lvl1pPr>
            <a:lvl2pPr algn="l">
              <a:defRPr sz="1425" b="0">
                <a:solidFill>
                  <a:srgbClr val="F2F7FA"/>
                </a:solidFill>
                <a:latin typeface="Arial"/>
                <a:ea typeface="Arial"/>
                <a:cs typeface="Arial"/>
              </a:defRPr>
            </a:lvl2pPr>
            <a:lvl3pPr algn="l">
              <a:defRPr sz="1425" b="0">
                <a:solidFill>
                  <a:srgbClr val="F2F7FA"/>
                </a:solidFill>
                <a:latin typeface="Arial"/>
                <a:ea typeface="Arial"/>
                <a:cs typeface="Arial"/>
              </a:defRPr>
            </a:lvl3pPr>
            <a:lvl4pPr algn="l">
              <a:defRPr sz="1425" b="0">
                <a:solidFill>
                  <a:srgbClr val="F2F7FA"/>
                </a:solidFill>
                <a:latin typeface="Arial"/>
                <a:ea typeface="Arial"/>
                <a:cs typeface="Arial"/>
              </a:defRPr>
            </a:lvl4pPr>
            <a:lvl5pPr algn="l">
              <a:defRPr sz="1425" b="0">
                <a:solidFill>
                  <a:srgbClr val="F2F7FA"/>
                </a:solidFill>
                <a:latin typeface="Arial"/>
                <a:ea typeface="Arial"/>
                <a:cs typeface="Arial"/>
              </a:defRPr>
            </a:lvl5pPr>
            <a:lvl6pPr algn="l">
              <a:defRPr sz="1425" b="0">
                <a:solidFill>
                  <a:srgbClr val="F2F7FA"/>
                </a:solidFill>
                <a:latin typeface="Arial"/>
                <a:ea typeface="Arial"/>
                <a:cs typeface="Arial"/>
              </a:defRPr>
            </a:lvl6pPr>
            <a:lvl7pPr algn="l">
              <a:defRPr sz="1425" b="0">
                <a:solidFill>
                  <a:srgbClr val="F2F7FA"/>
                </a:solidFill>
                <a:latin typeface="Arial"/>
                <a:ea typeface="Arial"/>
                <a:cs typeface="Arial"/>
              </a:defRPr>
            </a:lvl7pPr>
            <a:lvl8pPr algn="l">
              <a:defRPr sz="1425" b="0">
                <a:solidFill>
                  <a:srgbClr val="F2F7FA"/>
                </a:solidFill>
                <a:latin typeface="Arial"/>
                <a:ea typeface="Arial"/>
                <a:cs typeface="Arial"/>
              </a:defRPr>
            </a:lvl8pPr>
            <a:lvl9pPr algn="l">
              <a:defRPr sz="1425" b="0">
                <a:solidFill>
                  <a:srgbClr val="F2F7FA"/>
                </a:solidFill>
                <a:latin typeface="Arial"/>
                <a:ea typeface="Arial"/>
                <a:cs typeface="Arial"/>
              </a:defRPr>
            </a:lvl9pPr>
          </a:lstStyle>
          <a:p xmlns:a="http://schemas.openxmlformats.org/drawingml/2006/main">
            <a:pPr algn="l">
              <a:defRPr sz="1425" b="0">
                <a:solidFill>
                  <a:srgbClr val="F2F7FA"/>
                </a:solidFill>
                <a:latin typeface="Arial"/>
                <a:ea typeface="Arial"/>
                <a:cs typeface="Arial"/>
              </a:defRPr>
            </a:pPr>
            <a:r>
              <a:rPr sz="1425" b="0">
                <a:solidFill>
                  <a:srgbClr val="F2F7FA"/>
                </a:solidFill>
                <a:latin typeface="Arial"/>
                <a:ea typeface="Arial"/>
                <a:cs typeface="Arial"/>
              </a:rPr>
              <a:t>Run authorized train-only EDA and frozen splits</a:t>
            </a:r>
          </a:p>
        </p:txBody>
      </p:sp>
      <p:sp>
        <p:nvSpPr>
          <p:cNvPr id="29" name="">
            <a:extLst xmlns:a="http://schemas.openxmlformats.org/drawingml/2006/main">
              <a:ext uri="{FF2B5EF4-FFF2-40B4-BE49-F238E27FC236}">
                <a16:creationId xmlns:a16="http://schemas.microsoft.com/office/drawing/2014/main" id="{88E661E1-C4AB-4817-878E-F959B88D8645}"/>
              </a:ext>
            </a:extLst>
          </p:cNvPr>
          <p:cNvSpPr>
            <a:spLocks xmlns:a="http://schemas.openxmlformats.org/drawingml/2006/main" noGrp="1"/>
          </p:cNvSpPr>
          <p:nvPr/>
        </p:nvSpPr>
        <p:spPr>
          <a:xfrm xmlns:a="http://schemas.openxmlformats.org/drawingml/2006/main">
            <a:off x="6429375" y="4210050"/>
            <a:ext cx="85725" cy="85725"/>
          </a:xfrm>
          <a:prstGeom xmlns:a="http://schemas.openxmlformats.org/drawingml/2006/main" prst="ellipse">
            <a:avLst/>
          </a:prstGeom>
          <a:solidFill xmlns:a="http://schemas.openxmlformats.org/drawingml/2006/main">
            <a:srgbClr val="36D9D0"/>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F0F960C4-400F-4A19-862D-16E33760DDE5}"/>
              </a:ext>
            </a:extLst>
          </p:cNvPr>
          <p:cNvSpPr>
            <a:spLocks xmlns:a="http://schemas.openxmlformats.org/drawingml/2006/main" noGrp="1"/>
          </p:cNvSpPr>
          <p:nvPr/>
        </p:nvSpPr>
        <p:spPr>
          <a:xfrm xmlns:a="http://schemas.openxmlformats.org/drawingml/2006/main">
            <a:off x="6638925" y="4124325"/>
            <a:ext cx="447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F2F7FA"/>
                </a:solidFill>
                <a:latin typeface="Arial"/>
                <a:ea typeface="Arial"/>
                <a:cs typeface="Arial"/>
              </a:defRPr>
            </a:defPPr>
            <a:lvl1pPr algn="l">
              <a:defRPr sz="1425" b="0">
                <a:solidFill>
                  <a:srgbClr val="F2F7FA"/>
                </a:solidFill>
                <a:latin typeface="Arial"/>
                <a:ea typeface="Arial"/>
                <a:cs typeface="Arial"/>
              </a:defRPr>
            </a:lvl1pPr>
            <a:lvl2pPr algn="l">
              <a:defRPr sz="1425" b="0">
                <a:solidFill>
                  <a:srgbClr val="F2F7FA"/>
                </a:solidFill>
                <a:latin typeface="Arial"/>
                <a:ea typeface="Arial"/>
                <a:cs typeface="Arial"/>
              </a:defRPr>
            </a:lvl2pPr>
            <a:lvl3pPr algn="l">
              <a:defRPr sz="1425" b="0">
                <a:solidFill>
                  <a:srgbClr val="F2F7FA"/>
                </a:solidFill>
                <a:latin typeface="Arial"/>
                <a:ea typeface="Arial"/>
                <a:cs typeface="Arial"/>
              </a:defRPr>
            </a:lvl3pPr>
            <a:lvl4pPr algn="l">
              <a:defRPr sz="1425" b="0">
                <a:solidFill>
                  <a:srgbClr val="F2F7FA"/>
                </a:solidFill>
                <a:latin typeface="Arial"/>
                <a:ea typeface="Arial"/>
                <a:cs typeface="Arial"/>
              </a:defRPr>
            </a:lvl4pPr>
            <a:lvl5pPr algn="l">
              <a:defRPr sz="1425" b="0">
                <a:solidFill>
                  <a:srgbClr val="F2F7FA"/>
                </a:solidFill>
                <a:latin typeface="Arial"/>
                <a:ea typeface="Arial"/>
                <a:cs typeface="Arial"/>
              </a:defRPr>
            </a:lvl5pPr>
            <a:lvl6pPr algn="l">
              <a:defRPr sz="1425" b="0">
                <a:solidFill>
                  <a:srgbClr val="F2F7FA"/>
                </a:solidFill>
                <a:latin typeface="Arial"/>
                <a:ea typeface="Arial"/>
                <a:cs typeface="Arial"/>
              </a:defRPr>
            </a:lvl6pPr>
            <a:lvl7pPr algn="l">
              <a:defRPr sz="1425" b="0">
                <a:solidFill>
                  <a:srgbClr val="F2F7FA"/>
                </a:solidFill>
                <a:latin typeface="Arial"/>
                <a:ea typeface="Arial"/>
                <a:cs typeface="Arial"/>
              </a:defRPr>
            </a:lvl7pPr>
            <a:lvl8pPr algn="l">
              <a:defRPr sz="1425" b="0">
                <a:solidFill>
                  <a:srgbClr val="F2F7FA"/>
                </a:solidFill>
                <a:latin typeface="Arial"/>
                <a:ea typeface="Arial"/>
                <a:cs typeface="Arial"/>
              </a:defRPr>
            </a:lvl8pPr>
            <a:lvl9pPr algn="l">
              <a:defRPr sz="1425" b="0">
                <a:solidFill>
                  <a:srgbClr val="F2F7FA"/>
                </a:solidFill>
                <a:latin typeface="Arial"/>
                <a:ea typeface="Arial"/>
                <a:cs typeface="Arial"/>
              </a:defRPr>
            </a:lvl9pPr>
          </a:lstStyle>
          <a:p xmlns:a="http://schemas.openxmlformats.org/drawingml/2006/main">
            <a:pPr algn="l">
              <a:defRPr sz="1425" b="0">
                <a:solidFill>
                  <a:srgbClr val="F2F7FA"/>
                </a:solidFill>
                <a:latin typeface="Arial"/>
                <a:ea typeface="Arial"/>
                <a:cs typeface="Arial"/>
              </a:defRPr>
            </a:pPr>
            <a:r>
              <a:rPr sz="1425" b="0">
                <a:solidFill>
                  <a:srgbClr val="F2F7FA"/>
                </a:solidFill>
                <a:latin typeface="Arial"/>
                <a:ea typeface="Arial"/>
                <a:cs typeface="Arial"/>
              </a:rPr>
              <a:t>Compare candidates; rehearse demo from clean clone</a:t>
            </a:r>
          </a:p>
        </p:txBody>
      </p:sp>
      <p:sp>
        <p:nvSpPr>
          <p:cNvPr id="31" name="">
            <a:extLst xmlns:a="http://schemas.openxmlformats.org/drawingml/2006/main">
              <a:ext uri="{FF2B5EF4-FFF2-40B4-BE49-F238E27FC236}">
                <a16:creationId xmlns:a16="http://schemas.microsoft.com/office/drawing/2014/main" id="{5C0FBB8A-7A38-4D63-9B39-CE479F4B3377}"/>
              </a:ext>
            </a:extLst>
          </p:cNvPr>
          <p:cNvSpPr>
            <a:spLocks xmlns:a="http://schemas.openxmlformats.org/drawingml/2006/main" noGrp="1"/>
          </p:cNvSpPr>
          <p:nvPr/>
        </p:nvSpPr>
        <p:spPr>
          <a:xfrm xmlns:a="http://schemas.openxmlformats.org/drawingml/2006/main">
            <a:off x="781050" y="5591175"/>
            <a:ext cx="10382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9198"/>
          </a:bodyPr>
          <a:lstStyle xmlns:a="http://schemas.openxmlformats.org/drawingml/2006/main">
            <a:defPPr algn="ctr">
              <a:defRPr sz="1800" b="1">
                <a:solidFill>
                  <a:srgbClr val="F4B860"/>
                </a:solidFill>
                <a:latin typeface="Arial"/>
                <a:ea typeface="Arial"/>
                <a:cs typeface="Arial"/>
              </a:defRPr>
            </a:defPPr>
            <a:lvl1pPr algn="ctr">
              <a:defRPr sz="1800" b="1">
                <a:solidFill>
                  <a:srgbClr val="F4B860"/>
                </a:solidFill>
                <a:latin typeface="Arial"/>
                <a:ea typeface="Arial"/>
                <a:cs typeface="Arial"/>
              </a:defRPr>
            </a:lvl1pPr>
            <a:lvl2pPr algn="ctr">
              <a:defRPr sz="1800" b="1">
                <a:solidFill>
                  <a:srgbClr val="F4B860"/>
                </a:solidFill>
                <a:latin typeface="Arial"/>
                <a:ea typeface="Arial"/>
                <a:cs typeface="Arial"/>
              </a:defRPr>
            </a:lvl2pPr>
            <a:lvl3pPr algn="ctr">
              <a:defRPr sz="1800" b="1">
                <a:solidFill>
                  <a:srgbClr val="F4B860"/>
                </a:solidFill>
                <a:latin typeface="Arial"/>
                <a:ea typeface="Arial"/>
                <a:cs typeface="Arial"/>
              </a:defRPr>
            </a:lvl3pPr>
            <a:lvl4pPr algn="ctr">
              <a:defRPr sz="1800" b="1">
                <a:solidFill>
                  <a:srgbClr val="F4B860"/>
                </a:solidFill>
                <a:latin typeface="Arial"/>
                <a:ea typeface="Arial"/>
                <a:cs typeface="Arial"/>
              </a:defRPr>
            </a:lvl4pPr>
            <a:lvl5pPr algn="ctr">
              <a:defRPr sz="1800" b="1">
                <a:solidFill>
                  <a:srgbClr val="F4B860"/>
                </a:solidFill>
                <a:latin typeface="Arial"/>
                <a:ea typeface="Arial"/>
                <a:cs typeface="Arial"/>
              </a:defRPr>
            </a:lvl5pPr>
            <a:lvl6pPr algn="ctr">
              <a:defRPr sz="1800" b="1">
                <a:solidFill>
                  <a:srgbClr val="F4B860"/>
                </a:solidFill>
                <a:latin typeface="Arial"/>
                <a:ea typeface="Arial"/>
                <a:cs typeface="Arial"/>
              </a:defRPr>
            </a:lvl6pPr>
            <a:lvl7pPr algn="ctr">
              <a:defRPr sz="1800" b="1">
                <a:solidFill>
                  <a:srgbClr val="F4B860"/>
                </a:solidFill>
                <a:latin typeface="Arial"/>
                <a:ea typeface="Arial"/>
                <a:cs typeface="Arial"/>
              </a:defRPr>
            </a:lvl7pPr>
            <a:lvl8pPr algn="ctr">
              <a:defRPr sz="1800" b="1">
                <a:solidFill>
                  <a:srgbClr val="F4B860"/>
                </a:solidFill>
                <a:latin typeface="Arial"/>
                <a:ea typeface="Arial"/>
                <a:cs typeface="Arial"/>
              </a:defRPr>
            </a:lvl8pPr>
            <a:lvl9pPr algn="ctr">
              <a:defRPr sz="1800" b="1">
                <a:solidFill>
                  <a:srgbClr val="F4B860"/>
                </a:solidFill>
                <a:latin typeface="Arial"/>
                <a:ea typeface="Arial"/>
                <a:cs typeface="Arial"/>
              </a:defRPr>
            </a:lvl9pPr>
          </a:lstStyle>
          <a:p xmlns:a="http://schemas.openxmlformats.org/drawingml/2006/main">
            <a:pPr algn="ctr">
              <a:defRPr sz="1800" b="1">
                <a:solidFill>
                  <a:srgbClr val="F4B860"/>
                </a:solidFill>
                <a:latin typeface="Arial"/>
                <a:ea typeface="Arial"/>
                <a:cs typeface="Arial"/>
              </a:defRPr>
            </a:pPr>
            <a:r>
              <a:rPr sz="1800" b="1">
                <a:solidFill>
                  <a:srgbClr val="F4B860"/>
                </a:solidFill>
                <a:latin typeface="Arial"/>
                <a:ea typeface="Arial"/>
                <a:cs typeface="Arial"/>
              </a:rPr>
              <a:t>Sentinel Pulse: score from the past, show the evidence, and state exactly what is still unverified.</a:t>
            </a:r>
          </a:p>
        </p:txBody>
      </p:sp>
    </p:spTree>
    <p:extLst>
      <p:ext uri="{BB962C8B-B14F-4D97-AF65-F5344CB8AC3E}">
        <p14:creationId xmlns:p14="http://schemas.microsoft.com/office/powerpoint/2010/main" val="53592254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2026-10-27T12:41:26.4390000Z</dcterms:created>
  <dcterms:modified xsi:type="dcterms:W3CDTF">2026-10-27T12:41:26.4390000Z</dcterms:modified>
</coreProperties>
</file>